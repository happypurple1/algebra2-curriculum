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Lexend SemiBold"/>
      <p:regular r:id="rId48"/>
      <p:bold r:id="rId49"/>
    </p:embeddedFont>
    <p:embeddedFont>
      <p:font typeface="Amatic SC"/>
      <p:regular r:id="rId50"/>
      <p:bold r:id="rId51"/>
    </p:embeddedFont>
    <p:embeddedFont>
      <p:font typeface="Source Code Pr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LexendSemiBold-regular.fntdata"/><Relationship Id="rId47" Type="http://schemas.openxmlformats.org/officeDocument/2006/relationships/slide" Target="slides/slide41.xml"/><Relationship Id="rId49" Type="http://schemas.openxmlformats.org/officeDocument/2006/relationships/font" Target="fonts/LexendSemiBo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AmaticSC-bold.fntdata"/><Relationship Id="rId50" Type="http://schemas.openxmlformats.org/officeDocument/2006/relationships/font" Target="fonts/AmaticSC-regular.fntdata"/><Relationship Id="rId53" Type="http://schemas.openxmlformats.org/officeDocument/2006/relationships/font" Target="fonts/SourceCodePro-bold.fntdata"/><Relationship Id="rId52" Type="http://schemas.openxmlformats.org/officeDocument/2006/relationships/font" Target="fonts/SourceCodePro-regular.fntdata"/><Relationship Id="rId11" Type="http://schemas.openxmlformats.org/officeDocument/2006/relationships/slide" Target="slides/slide5.xml"/><Relationship Id="rId55" Type="http://schemas.openxmlformats.org/officeDocument/2006/relationships/font" Target="fonts/SourceCodePro-boldItalic.fntdata"/><Relationship Id="rId10" Type="http://schemas.openxmlformats.org/officeDocument/2006/relationships/slide" Target="slides/slide4.xml"/><Relationship Id="rId54" Type="http://schemas.openxmlformats.org/officeDocument/2006/relationships/font" Target="fonts/SourceCodePr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f86c170924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f86c170924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f86c1709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f86c1709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86c170924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f86c17092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86c170924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f86c170924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86c17092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f86c17092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86c170924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f86c170924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f86c170924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f86c170924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f86c170924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f86c170924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86c170924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86c170924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86c170924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f86c170924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888f9b8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f888f9b8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f86c170924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f86c170924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86c170924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f86c170924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f888f9b8e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f888f9b8e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f86c170924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f86c170924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05ccfdeb0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05ccfdeb0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05ccfdeb0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05ccfdeb0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05ccfdeb0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05ccfdeb0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5ccfdeb0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5ccfdeb0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05ccfdeb0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05ccfdeb0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05ccfdeb02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05ccfdeb0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05ccfdeb02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05ccfdeb02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05ccfdeb02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05ccfdeb02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05ccfdeb02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05ccfdeb02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05ccfdeb02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05ccfdeb02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05ccfdeb02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05ccfdeb02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5ccfdeb02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5ccfdeb02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07308edc8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07308edc8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07308edc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07308edc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07308edc8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07308edc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07308edc8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07308edc8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07308edc8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07308edc8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07308edc8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07308edc8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07308edc85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07308edc85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07308edc8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07308edc8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07308edc85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07308edc85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07308edc85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07308edc85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07308edc85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07308edc85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07308edc85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07308edc85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f9769d7ae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f9769d7ae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6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Relationship Id="rId4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2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3: Systems</a:t>
            </a:r>
            <a:endParaRPr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9/23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108" name="Google Shape;10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925" y="2119150"/>
            <a:ext cx="28956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209875" y="1648150"/>
            <a:ext cx="4037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coordinate represents the solution to the system of equations below?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0" name="Google Shape;1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125" y="2246050"/>
            <a:ext cx="4037700" cy="641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16" name="Google Shape;116;p27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17" name="Google Shape;1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200" y="1353075"/>
            <a:ext cx="68580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23" name="Google Shape;123;p28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24" name="Google Shape;1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225" y="1367950"/>
            <a:ext cx="672465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30" name="Google Shape;130;p29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31" name="Google Shape;1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075" y="1246250"/>
            <a:ext cx="688657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37" name="Google Shape;137;p30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38" name="Google Shape;1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075" y="1367950"/>
            <a:ext cx="71818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44" name="Google Shape;144;p31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45" name="Google Shape;1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600" y="1522075"/>
            <a:ext cx="6848475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3.1: 2 Linear Equations with 2 Variables</a:t>
            </a:r>
            <a:endParaRPr/>
          </a:p>
        </p:txBody>
      </p:sp>
      <p:sp>
        <p:nvSpPr>
          <p:cNvPr id="151" name="Google Shape;151;p32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2 linear equations with 2 variables.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52" name="Google Shape;15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600" y="1362075"/>
            <a:ext cx="7115175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9/24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158" name="Google Shape;1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25" y="2016338"/>
            <a:ext cx="3875350" cy="111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825" y="2181225"/>
            <a:ext cx="3875350" cy="499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</a:t>
            </a:r>
            <a:endParaRPr/>
          </a:p>
        </p:txBody>
      </p:sp>
      <p:sp>
        <p:nvSpPr>
          <p:cNvPr id="165" name="Google Shape;165;p34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66" name="Google Shape;16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425" y="1449050"/>
            <a:ext cx="6383150" cy="1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</a:t>
            </a:r>
            <a:endParaRPr/>
          </a:p>
        </p:txBody>
      </p:sp>
      <p:sp>
        <p:nvSpPr>
          <p:cNvPr id="172" name="Google Shape;172;p35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800" y="1490975"/>
            <a:ext cx="8052575" cy="32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</a:t>
            </a:r>
            <a:endParaRPr/>
          </a:p>
        </p:txBody>
      </p:sp>
      <p:sp>
        <p:nvSpPr>
          <p:cNvPr id="179" name="Google Shape;179;p36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80" name="Google Shape;18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304775"/>
            <a:ext cx="5943600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</a:t>
            </a:r>
            <a:endParaRPr/>
          </a:p>
        </p:txBody>
      </p:sp>
      <p:sp>
        <p:nvSpPr>
          <p:cNvPr id="186" name="Google Shape;186;p37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87" name="Google Shape;18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7175"/>
            <a:ext cx="8424475" cy="18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</a:t>
            </a:r>
            <a:endParaRPr/>
          </a:p>
        </p:txBody>
      </p:sp>
      <p:sp>
        <p:nvSpPr>
          <p:cNvPr id="193" name="Google Shape;193;p38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94" name="Google Shape;19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300" y="1497750"/>
            <a:ext cx="7019500" cy="203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</a:t>
            </a:r>
            <a:endParaRPr/>
          </a:p>
        </p:txBody>
      </p:sp>
      <p:sp>
        <p:nvSpPr>
          <p:cNvPr id="200" name="Google Shape;200;p39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01" name="Google Shape;20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625" y="1554525"/>
            <a:ext cx="554355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3.2: Solving By Substitution </a:t>
            </a:r>
            <a:endParaRPr/>
          </a:p>
        </p:txBody>
      </p:sp>
      <p:sp>
        <p:nvSpPr>
          <p:cNvPr id="207" name="Google Shape;207;p40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substitution.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08" name="Google Shape;2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725" y="1596475"/>
            <a:ext cx="6242150" cy="297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9/26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214" name="Google Shape;21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93425"/>
            <a:ext cx="419100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4950" y="2143125"/>
            <a:ext cx="4191000" cy="606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Elimination</a:t>
            </a:r>
            <a:endParaRPr/>
          </a:p>
        </p:txBody>
      </p:sp>
      <p:sp>
        <p:nvSpPr>
          <p:cNvPr id="221" name="Google Shape;221;p42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elimination.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22" name="Google Shape;22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125" y="1724900"/>
            <a:ext cx="532447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Elimination</a:t>
            </a:r>
            <a:endParaRPr/>
          </a:p>
        </p:txBody>
      </p:sp>
      <p:sp>
        <p:nvSpPr>
          <p:cNvPr id="228" name="Google Shape;228;p43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elimination.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29" name="Google Shape;22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450" y="1350150"/>
            <a:ext cx="594360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4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Elimination</a:t>
            </a:r>
            <a:endParaRPr/>
          </a:p>
        </p:txBody>
      </p:sp>
      <p:sp>
        <p:nvSpPr>
          <p:cNvPr id="235" name="Google Shape;235;p44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elimination.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36" name="Google Shape;23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1975" y="1700575"/>
            <a:ext cx="575310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5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Elimination</a:t>
            </a:r>
            <a:endParaRPr/>
          </a:p>
        </p:txBody>
      </p:sp>
      <p:sp>
        <p:nvSpPr>
          <p:cNvPr id="242" name="Google Shape;242;p45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elimination.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43" name="Google Shape;24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300" y="1814150"/>
            <a:ext cx="554355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Elimination</a:t>
            </a:r>
            <a:endParaRPr/>
          </a:p>
        </p:txBody>
      </p:sp>
      <p:sp>
        <p:nvSpPr>
          <p:cNvPr id="249" name="Google Shape;249;p46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by elimination.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50" name="Google Shape;25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475" y="2033175"/>
            <a:ext cx="535305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7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9/27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256" name="Google Shape;2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50" y="1993450"/>
            <a:ext cx="40957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3150" y="2246050"/>
            <a:ext cx="3749725" cy="4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Day</a:t>
            </a:r>
            <a:endParaRPr/>
          </a:p>
        </p:txBody>
      </p:sp>
      <p:sp>
        <p:nvSpPr>
          <p:cNvPr id="263" name="Google Shape;263;p4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on the mixed practice.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you are finished work on IXL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9/30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269" name="Google Shape;26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25" y="2077225"/>
            <a:ext cx="383857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0600" y="2200125"/>
            <a:ext cx="2032450" cy="4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7900" y="2715500"/>
            <a:ext cx="4405250" cy="51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0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Matrix</a:t>
            </a:r>
            <a:endParaRPr/>
          </a:p>
        </p:txBody>
      </p:sp>
      <p:sp>
        <p:nvSpPr>
          <p:cNvPr id="277" name="Google Shape;277;p50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using matrices.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78" name="Google Shape;27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550" y="1814150"/>
            <a:ext cx="543877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1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Matrix</a:t>
            </a:r>
            <a:endParaRPr/>
          </a:p>
        </p:txBody>
      </p:sp>
      <p:sp>
        <p:nvSpPr>
          <p:cNvPr id="284" name="Google Shape;284;p51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using matrices.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85" name="Google Shape;28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450" y="1457175"/>
            <a:ext cx="561022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2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3.3: Solving By Matrix</a:t>
            </a:r>
            <a:endParaRPr/>
          </a:p>
        </p:txBody>
      </p:sp>
      <p:sp>
        <p:nvSpPr>
          <p:cNvPr id="291" name="Google Shape;291;p52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using matrices.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92" name="Google Shape;29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800" y="1684325"/>
            <a:ext cx="5562600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3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10/1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298" name="Google Shape;29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50" y="1867725"/>
            <a:ext cx="4250000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0900" y="1955550"/>
            <a:ext cx="3945150" cy="51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4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3.4: Applications</a:t>
            </a:r>
            <a:endParaRPr/>
          </a:p>
        </p:txBody>
      </p:sp>
      <p:sp>
        <p:nvSpPr>
          <p:cNvPr id="305" name="Google Shape;305;p54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in real world situations.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06" name="Google Shape;30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75" y="2106200"/>
            <a:ext cx="6886575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3.4: Applications</a:t>
            </a:r>
            <a:endParaRPr/>
          </a:p>
        </p:txBody>
      </p:sp>
      <p:sp>
        <p:nvSpPr>
          <p:cNvPr id="312" name="Google Shape;312;p55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in real world situations.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13" name="Google Shape;31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175" y="1643775"/>
            <a:ext cx="706755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6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3.4: Applications</a:t>
            </a:r>
            <a:endParaRPr/>
          </a:p>
        </p:txBody>
      </p:sp>
      <p:sp>
        <p:nvSpPr>
          <p:cNvPr id="319" name="Google Shape;319;p56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in real world situations.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20" name="Google Shape;32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150" y="1350150"/>
            <a:ext cx="706755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7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3.4: Applications</a:t>
            </a:r>
            <a:endParaRPr/>
          </a:p>
        </p:txBody>
      </p:sp>
      <p:sp>
        <p:nvSpPr>
          <p:cNvPr id="326" name="Google Shape;326;p57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in real world situations.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27" name="Google Shape;32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625" y="1457175"/>
            <a:ext cx="6791325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8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3.4: Applications</a:t>
            </a:r>
            <a:endParaRPr/>
          </a:p>
        </p:txBody>
      </p:sp>
      <p:sp>
        <p:nvSpPr>
          <p:cNvPr id="333" name="Google Shape;333;p58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3 linear equations with 3 variables in real world situations.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34" name="Google Shape;33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513" y="1350150"/>
            <a:ext cx="7115175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9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10/2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340" name="Google Shape;34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14" y="1805325"/>
            <a:ext cx="4025761" cy="220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4400" y="1930175"/>
            <a:ext cx="4025750" cy="48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0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3.5: </a:t>
            </a:r>
            <a:r>
              <a:rPr lang="en"/>
              <a:t>Inequalities</a:t>
            </a:r>
            <a:endParaRPr/>
          </a:p>
        </p:txBody>
      </p:sp>
      <p:sp>
        <p:nvSpPr>
          <p:cNvPr id="347" name="Google Shape;347;p60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48" name="Google Shape;34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700" y="1457175"/>
            <a:ext cx="726757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1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3.5: Inequalities</a:t>
            </a:r>
            <a:endParaRPr/>
          </a:p>
        </p:txBody>
      </p:sp>
      <p:sp>
        <p:nvSpPr>
          <p:cNvPr id="354" name="Google Shape;354;p61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55" name="Google Shape;35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663" y="1304775"/>
            <a:ext cx="5447524" cy="35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2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3.5: Inequalities</a:t>
            </a:r>
            <a:endParaRPr/>
          </a:p>
        </p:txBody>
      </p:sp>
      <p:sp>
        <p:nvSpPr>
          <p:cNvPr id="361" name="Google Shape;361;p62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62" name="Google Shape;36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750" y="1465275"/>
            <a:ext cx="711517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3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3.5: Inequalities</a:t>
            </a:r>
            <a:endParaRPr/>
          </a:p>
        </p:txBody>
      </p:sp>
      <p:sp>
        <p:nvSpPr>
          <p:cNvPr id="368" name="Google Shape;368;p63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69" name="Google Shape;36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250" y="1173225"/>
            <a:ext cx="5276587" cy="35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4"/>
          <p:cNvSpPr txBox="1"/>
          <p:nvPr>
            <p:ph type="title"/>
          </p:nvPr>
        </p:nvSpPr>
        <p:spPr>
          <a:xfrm>
            <a:off x="246800" y="5037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3.5: Inequalities</a:t>
            </a:r>
            <a:endParaRPr/>
          </a:p>
        </p:txBody>
      </p:sp>
      <p:sp>
        <p:nvSpPr>
          <p:cNvPr id="375" name="Google Shape;375;p64"/>
          <p:cNvSpPr txBox="1"/>
          <p:nvPr/>
        </p:nvSpPr>
        <p:spPr>
          <a:xfrm>
            <a:off x="147625" y="77700"/>
            <a:ext cx="8919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Learning Objective: I will be able to solve systems of linear inequalities.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76" name="Google Shape;37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300" y="1262475"/>
            <a:ext cx="5393139" cy="35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5"/>
          <p:cNvSpPr txBox="1"/>
          <p:nvPr/>
        </p:nvSpPr>
        <p:spPr>
          <a:xfrm>
            <a:off x="321425" y="227900"/>
            <a:ext cx="8520600" cy="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2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10/3 SAT Bell Work</a:t>
            </a:r>
            <a:endParaRPr sz="5020">
              <a:solidFill>
                <a:srgbClr val="FFFF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382" name="Google Shape;38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50" y="1789657"/>
            <a:ext cx="3875350" cy="290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65"/>
          <p:cNvPicPr preferRelativeResize="0"/>
          <p:nvPr/>
        </p:nvPicPr>
        <p:blipFill rotWithShape="1">
          <a:blip r:embed="rId4">
            <a:alphaModFix/>
          </a:blip>
          <a:srcRect b="63268" l="0" r="54124" t="0"/>
          <a:stretch/>
        </p:blipFill>
        <p:spPr>
          <a:xfrm>
            <a:off x="5188450" y="1661225"/>
            <a:ext cx="3307901" cy="46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65"/>
          <p:cNvPicPr preferRelativeResize="0"/>
          <p:nvPr/>
        </p:nvPicPr>
        <p:blipFill rotWithShape="1">
          <a:blip r:embed="rId4">
            <a:alphaModFix/>
          </a:blip>
          <a:srcRect b="63268" l="45061" r="23412" t="0"/>
          <a:stretch/>
        </p:blipFill>
        <p:spPr>
          <a:xfrm>
            <a:off x="5834900" y="2102925"/>
            <a:ext cx="2273199" cy="46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65"/>
          <p:cNvPicPr preferRelativeResize="0"/>
          <p:nvPr/>
        </p:nvPicPr>
        <p:blipFill rotWithShape="1">
          <a:blip r:embed="rId4">
            <a:alphaModFix/>
          </a:blip>
          <a:srcRect b="30520" l="0" r="61120" t="39116"/>
          <a:stretch/>
        </p:blipFill>
        <p:spPr>
          <a:xfrm>
            <a:off x="4739025" y="2748100"/>
            <a:ext cx="2803400" cy="3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65"/>
          <p:cNvPicPr preferRelativeResize="0"/>
          <p:nvPr/>
        </p:nvPicPr>
        <p:blipFill rotWithShape="1">
          <a:blip r:embed="rId4">
            <a:alphaModFix/>
          </a:blip>
          <a:srcRect b="32610" l="61120" r="0" t="37025"/>
          <a:stretch/>
        </p:blipFill>
        <p:spPr>
          <a:xfrm>
            <a:off x="4835850" y="3135675"/>
            <a:ext cx="2803400" cy="3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65"/>
          <p:cNvPicPr preferRelativeResize="0"/>
          <p:nvPr/>
        </p:nvPicPr>
        <p:blipFill rotWithShape="1">
          <a:blip r:embed="rId4">
            <a:alphaModFix/>
          </a:blip>
          <a:srcRect b="0" l="0" r="62578" t="69634"/>
          <a:stretch/>
        </p:blipFill>
        <p:spPr>
          <a:xfrm>
            <a:off x="4736000" y="3523250"/>
            <a:ext cx="2698300" cy="3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65"/>
          <p:cNvPicPr preferRelativeResize="0"/>
          <p:nvPr/>
        </p:nvPicPr>
        <p:blipFill rotWithShape="1">
          <a:blip r:embed="rId4">
            <a:alphaModFix/>
          </a:blip>
          <a:srcRect b="0" l="61120" r="0" t="69634"/>
          <a:stretch/>
        </p:blipFill>
        <p:spPr>
          <a:xfrm>
            <a:off x="4813025" y="3910825"/>
            <a:ext cx="2803400" cy="3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