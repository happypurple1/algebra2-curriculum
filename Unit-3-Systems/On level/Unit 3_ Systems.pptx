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5143500" cx="9144000"/>
  <p:notesSz cx="6858000" cy="9144000"/>
  <p:embeddedFontLst>
    <p:embeddedFont>
      <p:font typeface="Lexend SemiBold"/>
      <p:regular r:id="rId54"/>
      <p:bold r:id="rId55"/>
    </p:embeddedFont>
    <p:embeddedFont>
      <p:font typeface="Amatic SC"/>
      <p:regular r:id="rId56"/>
      <p:bold r:id="rId57"/>
    </p:embeddedFont>
    <p:embeddedFont>
      <p:font typeface="Source Code Pro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schemas.openxmlformats.org/officeDocument/2006/relationships/font" Target="fonts/SourceCodePro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SourceCodePro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LexendSemiBold-bold.fntdata"/><Relationship Id="rId10" Type="http://schemas.openxmlformats.org/officeDocument/2006/relationships/slide" Target="slides/slide4.xml"/><Relationship Id="rId54" Type="http://schemas.openxmlformats.org/officeDocument/2006/relationships/font" Target="fonts/LexendSemiBold-regular.fntdata"/><Relationship Id="rId13" Type="http://schemas.openxmlformats.org/officeDocument/2006/relationships/slide" Target="slides/slide7.xml"/><Relationship Id="rId57" Type="http://schemas.openxmlformats.org/officeDocument/2006/relationships/font" Target="fonts/AmaticSC-bold.fntdata"/><Relationship Id="rId12" Type="http://schemas.openxmlformats.org/officeDocument/2006/relationships/slide" Target="slides/slide6.xml"/><Relationship Id="rId56" Type="http://schemas.openxmlformats.org/officeDocument/2006/relationships/font" Target="fonts/AmaticSC-regular.fntdata"/><Relationship Id="rId15" Type="http://schemas.openxmlformats.org/officeDocument/2006/relationships/slide" Target="slides/slide9.xml"/><Relationship Id="rId59" Type="http://schemas.openxmlformats.org/officeDocument/2006/relationships/font" Target="fonts/SourceCodePro-bold.fntdata"/><Relationship Id="rId14" Type="http://schemas.openxmlformats.org/officeDocument/2006/relationships/slide" Target="slides/slide8.xml"/><Relationship Id="rId58" Type="http://schemas.openxmlformats.org/officeDocument/2006/relationships/font" Target="fonts/SourceCodePro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f86c170924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f86c170924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f86c1709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f86c1709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f86c170924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f86c170924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86c170924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f86c170924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f86c170924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f86c170924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f86c170924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f86c170924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f86c170924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f86c170924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f86c170924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f86c170924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f86c170924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f86c170924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f86c170924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f86c170924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f86c170924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f86c170924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f86c170924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f86c170924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f86c170924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f86c170924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f86c442d54_3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f86c442d54_3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f86c442d54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f86c442d5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f86c442d54_3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f86c442d54_3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f86c442d54_3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f86c442d54_3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f86c442d54_3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f86c442d54_3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f86c442d54_3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f86c442d54_3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f8e894719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f8e894719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f8e894719f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f8e894719f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f8e894719f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f8e894719f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f9220dfd5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f9220dfd5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f9220dfd5a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f9220dfd5a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f9220dfd5a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f9220dfd5a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f93c45a8d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f93c45a8d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f93c45a8de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f93c45a8de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f93c45a8d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f93c45a8d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f93c45a8de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f93c45a8de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f93c45a8de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f93c45a8de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f93c45a8de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f93c45a8de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f93c45a8de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f93c45a8de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f93c45a8de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f93c45a8de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f93c45a8de_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f93c45a8de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f93c45a8de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f93c45a8de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f93c45a8de_0_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f93c45a8de_0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f93c45a8de_0_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f93c45a8de_0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f93c45a8de_0_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f93c45a8de_0_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f93c45a8de_0_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2f93c45a8de_0_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0854016c5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0854016c5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0854016c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0854016c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0854016c5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0854016c5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0854016c5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0854016c5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0854016c5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0854016c5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0854016c5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0854016c5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0854016c5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0854016c5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" name="Google Shape;86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Relationship Id="rId4" Type="http://schemas.openxmlformats.org/officeDocument/2006/relationships/image" Target="../media/image32.png"/><Relationship Id="rId5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Relationship Id="rId4" Type="http://schemas.openxmlformats.org/officeDocument/2006/relationships/image" Target="../media/image4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3.png"/><Relationship Id="rId4" Type="http://schemas.openxmlformats.org/officeDocument/2006/relationships/image" Target="../media/image3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png"/><Relationship Id="rId4" Type="http://schemas.openxmlformats.org/officeDocument/2006/relationships/image" Target="../media/image3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7.png"/><Relationship Id="rId4" Type="http://schemas.openxmlformats.org/officeDocument/2006/relationships/image" Target="../media/image5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3: Systems</a:t>
            </a:r>
            <a:endParaRPr/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Level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/>
        </p:nvSpPr>
        <p:spPr>
          <a:xfrm>
            <a:off x="321425" y="227900"/>
            <a:ext cx="85206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2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9/23 SAT Bell Work</a:t>
            </a:r>
            <a:endParaRPr sz="5020">
              <a:solidFill>
                <a:srgbClr val="FFFFFF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108" name="Google Shape;10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925" y="2119150"/>
            <a:ext cx="2895600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209875" y="1648150"/>
            <a:ext cx="40377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coordinate represents the solution to the system of equations below?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0" name="Google Shape;11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2125" y="2246050"/>
            <a:ext cx="4037700" cy="641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3.1: 2 Linear Equations with 2 Variables</a:t>
            </a:r>
            <a:endParaRPr/>
          </a:p>
        </p:txBody>
      </p:sp>
      <p:sp>
        <p:nvSpPr>
          <p:cNvPr id="116" name="Google Shape;116;p27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2 linear equations with 2 variables.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17" name="Google Shape;11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200" y="1353075"/>
            <a:ext cx="6858000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3.1: 2 Linear Equations with 2 Variables</a:t>
            </a:r>
            <a:endParaRPr/>
          </a:p>
        </p:txBody>
      </p:sp>
      <p:sp>
        <p:nvSpPr>
          <p:cNvPr id="123" name="Google Shape;123;p28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2 linear equations with 2 variables.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24" name="Google Shape;12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4225" y="1367950"/>
            <a:ext cx="6724650" cy="10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3.1: 2 Linear Equations with 2 Variables</a:t>
            </a:r>
            <a:endParaRPr/>
          </a:p>
        </p:txBody>
      </p:sp>
      <p:sp>
        <p:nvSpPr>
          <p:cNvPr id="130" name="Google Shape;130;p29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2 linear equations with 2 variables.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31" name="Google Shape;13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075" y="1246250"/>
            <a:ext cx="6886575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3.1: 2 Linear Equations with 2 Variables</a:t>
            </a:r>
            <a:endParaRPr/>
          </a:p>
        </p:txBody>
      </p:sp>
      <p:sp>
        <p:nvSpPr>
          <p:cNvPr id="137" name="Google Shape;137;p30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2 linear equations with 2 variables.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38" name="Google Shape;13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075" y="1367950"/>
            <a:ext cx="7181850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3.1: 2 Linear Equations with 2 Variables</a:t>
            </a:r>
            <a:endParaRPr/>
          </a:p>
        </p:txBody>
      </p:sp>
      <p:sp>
        <p:nvSpPr>
          <p:cNvPr id="144" name="Google Shape;144;p31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2 linear equations with 2 variables.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45" name="Google Shape;14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600" y="1522075"/>
            <a:ext cx="6848475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3.1: 2 Linear Equations with 2 Variables</a:t>
            </a:r>
            <a:endParaRPr/>
          </a:p>
        </p:txBody>
      </p:sp>
      <p:sp>
        <p:nvSpPr>
          <p:cNvPr id="151" name="Google Shape;151;p32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2 linear equations with 2 variables.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52" name="Google Shape;15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600" y="1362075"/>
            <a:ext cx="7115175" cy="12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3"/>
          <p:cNvSpPr txBox="1"/>
          <p:nvPr/>
        </p:nvSpPr>
        <p:spPr>
          <a:xfrm>
            <a:off x="321425" y="227900"/>
            <a:ext cx="85206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2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9/24 SAT Bell Work</a:t>
            </a:r>
            <a:endParaRPr sz="5020">
              <a:solidFill>
                <a:srgbClr val="FFFFFF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158" name="Google Shape;15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425" y="2016338"/>
            <a:ext cx="3875350" cy="111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7825" y="2181225"/>
            <a:ext cx="3875350" cy="499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4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3.2: Solving By Substitution Day 1</a:t>
            </a:r>
            <a:endParaRPr/>
          </a:p>
        </p:txBody>
      </p:sp>
      <p:sp>
        <p:nvSpPr>
          <p:cNvPr id="165" name="Google Shape;165;p34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substitution.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66" name="Google Shape;16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0425" y="1449050"/>
            <a:ext cx="6383150" cy="133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5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3.2: Solving By Substitution Day 1</a:t>
            </a:r>
            <a:endParaRPr/>
          </a:p>
        </p:txBody>
      </p:sp>
      <p:sp>
        <p:nvSpPr>
          <p:cNvPr id="172" name="Google Shape;172;p35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substitution.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73" name="Google Shape;17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800" y="1490975"/>
            <a:ext cx="8052575" cy="326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3.2: Solving By Substitution Day 1</a:t>
            </a:r>
            <a:endParaRPr/>
          </a:p>
        </p:txBody>
      </p:sp>
      <p:sp>
        <p:nvSpPr>
          <p:cNvPr id="179" name="Google Shape;179;p36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substitution.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80" name="Google Shape;18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57175"/>
            <a:ext cx="8424475" cy="18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3.2: Solving By Substitution Day 1</a:t>
            </a:r>
            <a:endParaRPr/>
          </a:p>
        </p:txBody>
      </p:sp>
      <p:sp>
        <p:nvSpPr>
          <p:cNvPr id="186" name="Google Shape;186;p37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substitution.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87" name="Google Shape;18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475" y="1645338"/>
            <a:ext cx="7677799" cy="18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8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3.2: Solving By Substitution Day 1</a:t>
            </a:r>
            <a:endParaRPr/>
          </a:p>
        </p:txBody>
      </p:sp>
      <p:sp>
        <p:nvSpPr>
          <p:cNvPr id="193" name="Google Shape;193;p38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substitution.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94" name="Google Shape;19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5725" y="1596475"/>
            <a:ext cx="6242150" cy="297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/>
          <p:nvPr/>
        </p:nvSpPr>
        <p:spPr>
          <a:xfrm>
            <a:off x="321425" y="227900"/>
            <a:ext cx="85206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2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9/26 SAT Bell Work</a:t>
            </a:r>
            <a:endParaRPr sz="5020">
              <a:solidFill>
                <a:srgbClr val="FFFFFF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200" name="Google Shape;20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93425"/>
            <a:ext cx="419100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4950" y="2143125"/>
            <a:ext cx="4191000" cy="606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3.2: Solving By Substitution Day 2</a:t>
            </a:r>
            <a:endParaRPr/>
          </a:p>
        </p:txBody>
      </p:sp>
      <p:sp>
        <p:nvSpPr>
          <p:cNvPr id="207" name="Google Shape;207;p40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substitution.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08" name="Google Shape;20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1400" y="1531575"/>
            <a:ext cx="5943600" cy="33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3.2: Solving By Substitution Day 2</a:t>
            </a:r>
            <a:endParaRPr/>
          </a:p>
        </p:txBody>
      </p:sp>
      <p:sp>
        <p:nvSpPr>
          <p:cNvPr id="214" name="Google Shape;214;p41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substitution.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15" name="Google Shape;21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6850" y="1350138"/>
            <a:ext cx="5848350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2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3.2: Solving By Substitution Day 2</a:t>
            </a:r>
            <a:endParaRPr/>
          </a:p>
        </p:txBody>
      </p:sp>
      <p:sp>
        <p:nvSpPr>
          <p:cNvPr id="221" name="Google Shape;221;p42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substitution.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22" name="Google Shape;22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2475" y="1304775"/>
            <a:ext cx="5429250" cy="126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3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3.2: Solving By Substitution Day 2</a:t>
            </a:r>
            <a:endParaRPr/>
          </a:p>
        </p:txBody>
      </p:sp>
      <p:sp>
        <p:nvSpPr>
          <p:cNvPr id="228" name="Google Shape;228;p43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substitution.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29" name="Google Shape;22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0825" y="1522100"/>
            <a:ext cx="6257925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4"/>
          <p:cNvSpPr txBox="1"/>
          <p:nvPr/>
        </p:nvSpPr>
        <p:spPr>
          <a:xfrm>
            <a:off x="321425" y="227900"/>
            <a:ext cx="85206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2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9/27 SAT Bell Work</a:t>
            </a:r>
            <a:endParaRPr sz="5020">
              <a:solidFill>
                <a:srgbClr val="FFFFFF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235" name="Google Shape;23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50" y="1993450"/>
            <a:ext cx="409575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3150" y="2246050"/>
            <a:ext cx="3749725" cy="4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5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3.3: Solving By Elimination Day 1</a:t>
            </a:r>
            <a:endParaRPr/>
          </a:p>
        </p:txBody>
      </p:sp>
      <p:sp>
        <p:nvSpPr>
          <p:cNvPr id="242" name="Google Shape;242;p45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elimination.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43" name="Google Shape;24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1200" y="1797925"/>
            <a:ext cx="5772150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6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3.3: Solving By Elimination Day 1</a:t>
            </a:r>
            <a:endParaRPr/>
          </a:p>
        </p:txBody>
      </p:sp>
      <p:sp>
        <p:nvSpPr>
          <p:cNvPr id="249" name="Google Shape;249;p46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elimination.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50" name="Google Shape;25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000" y="1572125"/>
            <a:ext cx="5943600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7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3.3: Solving By Elimination Day 1</a:t>
            </a:r>
            <a:endParaRPr/>
          </a:p>
        </p:txBody>
      </p:sp>
      <p:sp>
        <p:nvSpPr>
          <p:cNvPr id="256" name="Google Shape;256;p47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elimination.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57" name="Google Shape;25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075" y="1392275"/>
            <a:ext cx="5943600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8"/>
          <p:cNvSpPr txBox="1"/>
          <p:nvPr/>
        </p:nvSpPr>
        <p:spPr>
          <a:xfrm>
            <a:off x="321425" y="227900"/>
            <a:ext cx="85206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2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9/30 SAT Bell Work</a:t>
            </a:r>
            <a:endParaRPr sz="5020">
              <a:solidFill>
                <a:srgbClr val="FFFFFF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263" name="Google Shape;26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125" y="2077225"/>
            <a:ext cx="383857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0600" y="2200125"/>
            <a:ext cx="2032450" cy="4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7900" y="2715500"/>
            <a:ext cx="4405250" cy="51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9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3.3: Solving By Elimination Day 2</a:t>
            </a:r>
            <a:endParaRPr/>
          </a:p>
        </p:txBody>
      </p:sp>
      <p:sp>
        <p:nvSpPr>
          <p:cNvPr id="271" name="Google Shape;271;p49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elimination.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72" name="Google Shape;27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2225" y="1350150"/>
            <a:ext cx="5457825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0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3.3: Solving By Elimination Day 2</a:t>
            </a:r>
            <a:endParaRPr/>
          </a:p>
        </p:txBody>
      </p:sp>
      <p:sp>
        <p:nvSpPr>
          <p:cNvPr id="278" name="Google Shape;278;p50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elimination.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79" name="Google Shape;27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0150" y="1350150"/>
            <a:ext cx="5829300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1"/>
          <p:cNvSpPr txBox="1"/>
          <p:nvPr/>
        </p:nvSpPr>
        <p:spPr>
          <a:xfrm>
            <a:off x="321425" y="227900"/>
            <a:ext cx="85206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2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10/1 SAT Bell Work</a:t>
            </a:r>
            <a:endParaRPr sz="5020">
              <a:solidFill>
                <a:srgbClr val="FFFFFF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285" name="Google Shape;28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50" y="1867725"/>
            <a:ext cx="4250000" cy="12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0900" y="1955550"/>
            <a:ext cx="3945150" cy="51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2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Solving Practice</a:t>
            </a:r>
            <a:endParaRPr/>
          </a:p>
        </p:txBody>
      </p:sp>
      <p:sp>
        <p:nvSpPr>
          <p:cNvPr id="292" name="Google Shape;292;p52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93" name="Google Shape;293;p52"/>
          <p:cNvSpPr txBox="1"/>
          <p:nvPr/>
        </p:nvSpPr>
        <p:spPr>
          <a:xfrm>
            <a:off x="489475" y="1344150"/>
            <a:ext cx="7575300" cy="3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Work on the practice if you finish work on IXL.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3"/>
          <p:cNvSpPr txBox="1"/>
          <p:nvPr/>
        </p:nvSpPr>
        <p:spPr>
          <a:xfrm>
            <a:off x="321425" y="227900"/>
            <a:ext cx="85206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2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10/2 SAT Bell Work</a:t>
            </a:r>
            <a:endParaRPr sz="5020">
              <a:solidFill>
                <a:srgbClr val="FFFFFF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299" name="Google Shape;29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114" y="1805325"/>
            <a:ext cx="4025761" cy="220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4400" y="1930175"/>
            <a:ext cx="4025750" cy="480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4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3.4: Solving By Matrix</a:t>
            </a:r>
            <a:endParaRPr/>
          </a:p>
        </p:txBody>
      </p:sp>
      <p:sp>
        <p:nvSpPr>
          <p:cNvPr id="306" name="Google Shape;306;p54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using matrices.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07" name="Google Shape;30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550" y="1814150"/>
            <a:ext cx="5438775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5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3.4: Solving By Matrix</a:t>
            </a:r>
            <a:endParaRPr/>
          </a:p>
        </p:txBody>
      </p:sp>
      <p:sp>
        <p:nvSpPr>
          <p:cNvPr id="313" name="Google Shape;313;p55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using matrices.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14" name="Google Shape;31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450" y="1457175"/>
            <a:ext cx="5610225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6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3.4: Solving By Matrix</a:t>
            </a:r>
            <a:endParaRPr/>
          </a:p>
        </p:txBody>
      </p:sp>
      <p:sp>
        <p:nvSpPr>
          <p:cNvPr id="320" name="Google Shape;320;p56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using matrices.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21" name="Google Shape;32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5800" y="1684325"/>
            <a:ext cx="5562600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7"/>
          <p:cNvSpPr txBox="1"/>
          <p:nvPr/>
        </p:nvSpPr>
        <p:spPr>
          <a:xfrm>
            <a:off x="321425" y="227900"/>
            <a:ext cx="85206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2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10/3 SAT Bell Work</a:t>
            </a:r>
            <a:endParaRPr sz="5020">
              <a:solidFill>
                <a:srgbClr val="FFFFFF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327" name="Google Shape;32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350" y="1789657"/>
            <a:ext cx="3875350" cy="2902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57"/>
          <p:cNvPicPr preferRelativeResize="0"/>
          <p:nvPr/>
        </p:nvPicPr>
        <p:blipFill rotWithShape="1">
          <a:blip r:embed="rId4">
            <a:alphaModFix/>
          </a:blip>
          <a:srcRect b="63268" l="0" r="54124" t="0"/>
          <a:stretch/>
        </p:blipFill>
        <p:spPr>
          <a:xfrm>
            <a:off x="5188450" y="1661225"/>
            <a:ext cx="3307901" cy="46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57"/>
          <p:cNvPicPr preferRelativeResize="0"/>
          <p:nvPr/>
        </p:nvPicPr>
        <p:blipFill rotWithShape="1">
          <a:blip r:embed="rId4">
            <a:alphaModFix/>
          </a:blip>
          <a:srcRect b="63268" l="45061" r="23412" t="0"/>
          <a:stretch/>
        </p:blipFill>
        <p:spPr>
          <a:xfrm>
            <a:off x="5834900" y="2102925"/>
            <a:ext cx="2273199" cy="46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57"/>
          <p:cNvPicPr preferRelativeResize="0"/>
          <p:nvPr/>
        </p:nvPicPr>
        <p:blipFill rotWithShape="1">
          <a:blip r:embed="rId4">
            <a:alphaModFix/>
          </a:blip>
          <a:srcRect b="30520" l="0" r="61120" t="39116"/>
          <a:stretch/>
        </p:blipFill>
        <p:spPr>
          <a:xfrm>
            <a:off x="4739025" y="2748100"/>
            <a:ext cx="2803400" cy="38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57"/>
          <p:cNvPicPr preferRelativeResize="0"/>
          <p:nvPr/>
        </p:nvPicPr>
        <p:blipFill rotWithShape="1">
          <a:blip r:embed="rId4">
            <a:alphaModFix/>
          </a:blip>
          <a:srcRect b="32610" l="61120" r="0" t="37025"/>
          <a:stretch/>
        </p:blipFill>
        <p:spPr>
          <a:xfrm>
            <a:off x="4835850" y="3135675"/>
            <a:ext cx="2803400" cy="38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57"/>
          <p:cNvPicPr preferRelativeResize="0"/>
          <p:nvPr/>
        </p:nvPicPr>
        <p:blipFill rotWithShape="1">
          <a:blip r:embed="rId4">
            <a:alphaModFix/>
          </a:blip>
          <a:srcRect b="0" l="0" r="62578" t="69634"/>
          <a:stretch/>
        </p:blipFill>
        <p:spPr>
          <a:xfrm>
            <a:off x="4736000" y="3523250"/>
            <a:ext cx="2698300" cy="38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57"/>
          <p:cNvPicPr preferRelativeResize="0"/>
          <p:nvPr/>
        </p:nvPicPr>
        <p:blipFill rotWithShape="1">
          <a:blip r:embed="rId4">
            <a:alphaModFix/>
          </a:blip>
          <a:srcRect b="0" l="61120" r="0" t="69634"/>
          <a:stretch/>
        </p:blipFill>
        <p:spPr>
          <a:xfrm>
            <a:off x="4813025" y="3910825"/>
            <a:ext cx="2803400" cy="38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8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3.5: Applications</a:t>
            </a:r>
            <a:endParaRPr/>
          </a:p>
        </p:txBody>
      </p:sp>
      <p:sp>
        <p:nvSpPr>
          <p:cNvPr id="339" name="Google Shape;339;p58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in real world situations.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40" name="Google Shape;34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975" y="2106200"/>
            <a:ext cx="6886575" cy="8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9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3.5: Applications</a:t>
            </a:r>
            <a:endParaRPr/>
          </a:p>
        </p:txBody>
      </p:sp>
      <p:sp>
        <p:nvSpPr>
          <p:cNvPr id="346" name="Google Shape;346;p59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in real world situations.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47" name="Google Shape;34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175" y="1643775"/>
            <a:ext cx="7067550" cy="158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0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3.5: Applications</a:t>
            </a:r>
            <a:endParaRPr/>
          </a:p>
        </p:txBody>
      </p:sp>
      <p:sp>
        <p:nvSpPr>
          <p:cNvPr id="353" name="Google Shape;353;p60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in real world situations.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54" name="Google Shape;35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150" y="1350150"/>
            <a:ext cx="7067550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1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3.5: Applications</a:t>
            </a:r>
            <a:endParaRPr/>
          </a:p>
        </p:txBody>
      </p:sp>
      <p:sp>
        <p:nvSpPr>
          <p:cNvPr id="360" name="Google Shape;360;p61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in real world situations.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61" name="Google Shape;36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625" y="1457175"/>
            <a:ext cx="6791325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2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3.5: Applications</a:t>
            </a:r>
            <a:endParaRPr/>
          </a:p>
        </p:txBody>
      </p:sp>
      <p:sp>
        <p:nvSpPr>
          <p:cNvPr id="367" name="Google Shape;367;p62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in real world situations.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68" name="Google Shape;36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513" y="1350150"/>
            <a:ext cx="7115175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3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3.5: Applications</a:t>
            </a:r>
            <a:endParaRPr/>
          </a:p>
        </p:txBody>
      </p:sp>
      <p:sp>
        <p:nvSpPr>
          <p:cNvPr id="374" name="Google Shape;374;p63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in real world situations.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75" name="Google Shape;375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775" y="1350150"/>
            <a:ext cx="6962775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4"/>
          <p:cNvSpPr txBox="1"/>
          <p:nvPr/>
        </p:nvSpPr>
        <p:spPr>
          <a:xfrm>
            <a:off x="321425" y="227900"/>
            <a:ext cx="85206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2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10/4 SAT Bell Work</a:t>
            </a:r>
            <a:endParaRPr sz="5020">
              <a:solidFill>
                <a:srgbClr val="FFFFFF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381" name="Google Shape;38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425" y="1992513"/>
            <a:ext cx="4114800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64"/>
          <p:cNvPicPr preferRelativeResize="0"/>
          <p:nvPr/>
        </p:nvPicPr>
        <p:blipFill rotWithShape="1">
          <a:blip r:embed="rId4">
            <a:alphaModFix/>
          </a:blip>
          <a:srcRect b="0" l="0" r="34089" t="0"/>
          <a:stretch/>
        </p:blipFill>
        <p:spPr>
          <a:xfrm>
            <a:off x="5088975" y="1921225"/>
            <a:ext cx="35219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64"/>
          <p:cNvPicPr preferRelativeResize="0"/>
          <p:nvPr/>
        </p:nvPicPr>
        <p:blipFill rotWithShape="1">
          <a:blip r:embed="rId4">
            <a:alphaModFix/>
          </a:blip>
          <a:srcRect b="0" l="66743" r="0" t="0"/>
          <a:stretch/>
        </p:blipFill>
        <p:spPr>
          <a:xfrm>
            <a:off x="5961400" y="2411625"/>
            <a:ext cx="1777099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5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3.6: Linear Inequalities</a:t>
            </a:r>
            <a:endParaRPr/>
          </a:p>
        </p:txBody>
      </p:sp>
      <p:sp>
        <p:nvSpPr>
          <p:cNvPr id="389" name="Google Shape;389;p65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systems of linear inequalities.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90" name="Google Shape;39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0425" y="1124550"/>
            <a:ext cx="5404849" cy="382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6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3.6: Linear Inequalities</a:t>
            </a:r>
            <a:endParaRPr/>
          </a:p>
        </p:txBody>
      </p:sp>
      <p:sp>
        <p:nvSpPr>
          <p:cNvPr id="396" name="Google Shape;396;p66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systems of linear inequalities.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97" name="Google Shape;39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3250" y="1350150"/>
            <a:ext cx="6848475" cy="2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7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3.6: Linear Inequalities</a:t>
            </a:r>
            <a:endParaRPr/>
          </a:p>
        </p:txBody>
      </p:sp>
      <p:sp>
        <p:nvSpPr>
          <p:cNvPr id="403" name="Google Shape;403;p67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systems of linear inequalities.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404" name="Google Shape;40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175" y="1457175"/>
            <a:ext cx="6905625" cy="199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8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3.6: Linear Inequalities</a:t>
            </a:r>
            <a:endParaRPr/>
          </a:p>
        </p:txBody>
      </p:sp>
      <p:sp>
        <p:nvSpPr>
          <p:cNvPr id="410" name="Google Shape;410;p68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systems of linear inequalities.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411" name="Google Shape;41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850" y="1350150"/>
            <a:ext cx="7115175" cy="29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9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3.6: Linear Inequalities</a:t>
            </a:r>
            <a:endParaRPr/>
          </a:p>
        </p:txBody>
      </p:sp>
      <p:sp>
        <p:nvSpPr>
          <p:cNvPr id="417" name="Google Shape;417;p69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systems of linear inequalities.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418" name="Google Shape;41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675" y="1350150"/>
            <a:ext cx="3362325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70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3.6: Linear Inequalities</a:t>
            </a:r>
            <a:endParaRPr/>
          </a:p>
        </p:txBody>
      </p:sp>
      <p:sp>
        <p:nvSpPr>
          <p:cNvPr id="424" name="Google Shape;424;p70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systems of linear inequalities.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425" name="Google Shape;42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000" y="1304775"/>
            <a:ext cx="3238500" cy="28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1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3.6: Linear Inequalities</a:t>
            </a:r>
            <a:endParaRPr/>
          </a:p>
        </p:txBody>
      </p:sp>
      <p:sp>
        <p:nvSpPr>
          <p:cNvPr id="431" name="Google Shape;431;p71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systems of linear inequalities.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432" name="Google Shape;43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650" y="1457175"/>
            <a:ext cx="7086600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