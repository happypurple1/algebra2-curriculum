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79" r:id="rId2"/>
    <p:sldId id="280" r:id="rId3"/>
    <p:sldId id="282" r:id="rId4"/>
    <p:sldId id="281" r:id="rId5"/>
    <p:sldId id="283" r:id="rId6"/>
    <p:sldId id="284" r:id="rId7"/>
  </p:sldIdLst>
  <p:sldSz cx="7772400" cy="100584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mothy Lite II" initials="TLI" lastIdx="2" clrIdx="0">
    <p:extLst>
      <p:ext uri="{19B8F6BF-5375-455C-9EA6-DF929625EA0E}">
        <p15:presenceInfo xmlns:p15="http://schemas.microsoft.com/office/powerpoint/2012/main" userId="5bdcf7a86d67848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9226"/>
    <a:srgbClr val="023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35" autoAdjust="0"/>
    <p:restoredTop sz="94877" autoAdjust="0"/>
  </p:normalViewPr>
  <p:slideViewPr>
    <p:cSldViewPr snapToGrid="0">
      <p:cViewPr>
        <p:scale>
          <a:sx n="100" d="100"/>
          <a:sy n="100" d="100"/>
        </p:scale>
        <p:origin x="-1866" y="4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05.8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44 6729,'5'-12'13522,"8"5"-9493,19 2-6712,-22 4 4055,0-1-1343,25-4 20,1 1 0,0 2 0,27 1-49,-60 2-2,-1 0 1,1 0-1,0 0 1,-1 0-1,1 1 1,0-1-1,-1 1 1,1-1 0,-1 1-1,1 0 1,-1 0-1,1 0 1,-1 0-1,0 1 1,1-1-1,-1 0 1,0 1-1,0 0 1,0 0-1,0-1 1,0 1-1,-1 0 1,1 0-1,0 1 1,-1-1-1,0 0 1,1 1-1,-1-1 1,0 0-1,0 1 1,0-1-1,-1 1 1,1 0-1,0 0 2,-1 9 16,0 0-1,-1-1 1,0 1-1,0-1 1,-1 1 0,-1-1-1,-1 4-15,-6 31 119,5-21-85,-4 30-37,9-54 9,0 0 1,-1 0-1,1 0 0,0 0 0,0 1 0,0-1 0,0 0 1,0 0-1,0 0 0,0 0 0,0 0 0,1 0 0,-1 0 1,0 0-1,1 0 0,-1 0 0,0 0 0,1 0 1,-1 0-1,1 0 0,0 0 0,-1 0 0,1 0 0,0 0 1,0 0-1,-1-1 0,1 1 0,0 0 0,0-1 0,0 1 1,0 0-1,0-1 0,0 1-6,0 3 797,-2-3-1441,0-5-4031,1 3 3404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06.7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45 5329,'28'-44'8483,"-35"51"-7337,1 1-1,0 0 1,0 1-1,0-1 0,1 1 1,0 0-1,0 3-1145,-2 5 447,1 1 0,0 0 0,1 0 0,1 2-447,0 1-39,1 0 0,1 1 0,1-1 0,0 1 0,2-1 0,1 1 0,3 15 39,2 0 56,15 62 57,-19-92-79,0 0 1,0 1 0,0-1 0,1 0-1,0-1 1,0 1 0,1 0 0,0-1-1,0 0 1,0-1 0,4 3-35,-2-2 172,0 0 0,1-1 0,-1 0 0,1-1 0,1 0 0,-1 0 0,0-1 0,1 1 0,0-2 0,1 1-172,-15-10-420,-2-7-8646,5 12 7323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07.8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10 4817,'-6'-10'8122,"9"12"-4736,14 24-2594,-1 3-517,-1 2-20,2-1 0,1-1 0,6 7-255,-20-30 19,0 0 0,1-1 0,0 1-1,-1-1 1,2 0 0,-1 0 0,1-1 0,-1 0 0,1 0-1,0 0 1,1-1 0,-1 1 0,0-2 0,1 1-1,0-1 1,0 0 0,0 0 0,3 0-19,-5-2-24,5-2-81,-10-9-2272,1 10 2234,-1 1-1,0-1 0,1 1 1,-1-1-1,0 0 1,0 1-1,1-1 1,-1 0-1,0 1 1,0-1-1,0 0 1,0 1-1,0-1 1,0 0-1,0 1 1,0-1-1,0 0 1,0 1-1,-1-1 0,1 0 1,0 1-1,0-1 1,-1 0-1,1 1 1,0-1-1,-1 1 1,1-1-1,0 1 1,-1-1-1,1 1 1,-1-1-1,0 0 144,-12-15-1547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08.2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24 5201,'0'-3'572,"-3"-18"6765,-5 42-4553,-64 225-1712,68-239-555,7-21-2667,0 5 1492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08.5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8746,'11'52'6792,"10"58"-7221,-17-89 886,1-7-439,2 1 89,-8-15-163,1 0 0,0 0 0,0 0 0,0 0 0,0 0 0,0 0 0,0 0 0,0 0 1,0 0-1,0-1 0,-1 1 0,1 0 0,0 0 0,0 0 0,0 0 0,0 0 0,0 0 0,0 0 1,0 0-1,0 0 0,-1 0 0,1 0 0,0 0 0,0 0 0,0 0 0,0 0 0,0 1 0,0-1 1,0 0-1,0 0 0,-1 0 0,1 0 0,0 0 0,0 0 0,0 0 0,0 0 0,0 0 0,0 0 1,0 0-1,0 0 0,0 0 0,0 1 0,0-1 0,0 0 0,-1 0 0,1 0 0,0 0 0,0 0 1,0 0-1,0 0 0,0 0 0,0 1 0,0-1 0,0 0 56,-3-2-821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08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52 5361,'5'0'3017,"-5"0"-513,17 0-1375,-1 0-305,9-3-408,-1 2-152,4 0-192,2-1 8,-5-4-104,9-1-32,-9-4-488,1 3-833,-4-4 897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09.7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 3777,'1'-6'9461,"13"1"-7217,17 1-3494,-30 4 1975,133-17 693,-132 17-1378,0 0-1,0 0 0,0 0 0,0 1 1,0-1-1,0 0 0,-1 1 0,1 0 0,0-1 1,0 1-1,0 0 0,0 0 0,-1 0 0,1 0 1,0 0-1,-1 0 0,1 1 0,-1-1 0,1 0 1,-1 1-1,0 0 0,0-1 0,0 1 0,1-1 1,-2 1-1,1 0 0,0 0 0,0 0 0,0 0 1,-1-1-1,1 1 0,-1 0 0,0 0 0,1 0 1,-1 2-40,2 10 187,-1 0 0,-1 1 1,0-1-1,-2 13-187,1-4 4,1-13 13,-2 12 5,2 0 1,1 0 0,1 0-1,1 0 1,0-1-1,5 14-22,-8-34 13,1 0-1,-1 0 1,1 0-1,-1 0 0,1 0 1,-1 0-1,1 0 1,0 0-1,-1 0 0,1 0 1,0-1-1,0 1 1,-1 0-1,1 0 1,0-1-1,0 1 0,0-1 1,0 1-1,0-1 1,0 1-1,0-1 0,1 1-12,1-1-4311,-4-1 3475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0.4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7058,'2'9'9520,"14"9"-7737,20 16-2276,-36-34 498,20 19 97,0 1 0,-2 1 1,0 0-1,-1 2 0,-2 0 0,0 1 0,-2 0 0,0 1 0,-1 3-102,7 18 27,-3 2 0,-2 0-1,-2 0 1,2 25-27,-13-63 125,1 1 1,-1-1 0,-1 1-1,0 0 1,0-1-1,-1 1 1,-1-1 0,1 1-1,-2-1 1,0 1-1,-2 5-125,4 7 1054,0-18 442,-14-9-665,11 3-831,-13-5 469,9 2-1109,11 2-3557,-4 2 2884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4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94 6337,'1'-2'418,"-1"1"0,1 0 0,0-1 1,-1 1-1,1 0 0,0-1 0,0 1 0,0 0 0,0 0 0,0 0 0,0 0 0,1 0 0,-1 0 0,0 0 0,2-1-418,39-24-129,-38 24 670,12-6-361,0 1-1,0 1 1,0 0 0,0 2-1,1-1 1,0 2 0,0 0 0,0 1-1,0 1 1,0 1 0,4 0-180,-17 0 6,-1 0 1,1 1 0,-1 0 0,1-1 0,-1 1 0,0 0 0,1 0 0,-1 1 0,0-1 0,0 1 0,0 0 0,0-1 0,0 1 0,0 1 0,0-1-7,-2-1 3,0 1 0,0-1 1,0 0-1,0 0 1,0 1-1,0-1 0,0 1 1,-1-1-1,1 1 1,-1-1-1,1 1 0,-1-1 1,1 1-1,-1-1 1,0 1-1,0 0 0,0-1 1,0 1-1,0-1 1,0 1-1,0 0 1,0-1-1,-1 1 0,1-1 1,-1 1-1,1-1 1,-1 1-1,1-1 0,-1 1 1,0-1-1,0 0 1,0 1-1,0-1 0,0 0 1,0 0-1,0 1-3,-6 4-2,1 1 0,-1-1 0,-1 0 0,1-1 0,-1 0 0,0 0 0,-1 0 0,1-1 0,-1-1 1,0 1-1,0-1 2,-50 25 27,59-28-27,0 0 0,-1 0 0,1 0 0,-1 0 0,1 0 0,0 1 0,-1-1 0,1 0 0,0 0 0,0 0 0,-1 1 0,1-1 0,0 0 0,-1 1 0,1-1 0,0 0 0,0 0 0,-1 1 0,1-1 0,0 0 0,0 1 0,0-1 0,0 1 0,0-1 0,-1 0 0,1 1 0,0-1 0,0 0 0,0 1 0,0-1 0,0 1 0,0-1 1,0 0-1,0 1 0,0-1 0,0 0 0,1 1 0,-1-1 0,0 1 0,0-1 0,0 0 0,0 1 0,0-1 0,1 0 0,-1 1 0,23 11-15,49 4-8,-56-13 33,-3 0-9,0 1 0,0 0-1,-1 1 1,0 0 0,0 0 0,0 2 0,-1-1 0,0 1-1,0 1 1,0 0 0,-1 1 0,-1 0 0,1 0 0,-1 1 0,-1 0-1,0 1 1,0 0 0,-1 0 0,5 12-1,-11-22 3,-1 0-1,1 1 1,-1-1 0,1 0 0,-1 1-1,0-1 1,0 0 0,1 1-1,-1-1 1,0 0 0,0 1 0,0-1-1,0 0 1,-1 1 0,1-1 0,0 1-1,-1-1 1,1 0 0,0 0-1,-1 1 1,0-1 0,1 0 0,-1 0-1,0 1 1,0 0-3,-1-1 3,0 1 1,0 0-1,0-1 1,-1 1-1,1-1 0,0 0 1,-1 1-1,1-1 0,-1 0 1,1-1-1,-1 1 0,1 0 1,-2-1-4,-4 2 5,0-1-1,-1-1 1,1 1 0,0-1 0,-1-1 0,1 0 0,0 0 0,-8-2-5,-18-7 375,0-2 1,0-2 0,1-1 0,1-1 0,1-2 0,-10-8-376,42 32-2499,-1-6 1721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4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8138,'0'0'161,"0"-1"0,0 1 0,1-1 0,-1 1 1,0 0-1,0-1 0,0 1 0,0 0 0,0-1 0,1 1 1,-1 0-1,0 0 0,0-1 0,0 1 0,1 0 0,-1 0 1,0-1-1,1 1 0,-1 0 0,0 0 0,0-1 0,1 1 1,-1 0-1,0 0 0,1 0 0,-1 0 0,0 0 0,1 0 1,-1 0-1,1-1 0,-1 1 0,0 0 0,1 0 0,-1 0 1,0 0-1,1 0 0,-1 1 0,1-1-161,18 7 1467,16 17-1202,-20-8-112,-1 0 0,-1 0 1,11 18-154,-16-21-4,0-1 1,1 0-1,1 0 1,-1-1-1,2-1 1,0 0 0,0 0-1,12 8 4,-14-13-162,-6-3-25,-1 0 0,0-1 0,1 1 0,-1-1 0,1 1 1,-1-1-1,1 0 0,-1 0 0,1 0 0,0 0 0,0-1 0,0 1 0,-1-1 0,1 0 1,0 0-1,0 0 0,0 0 187,7-2-1132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4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 8826,'-7'17'5387,"-1"13"-4262,2-6-701,-2 2-319,1 1 0,1 0 0,1 0 0,2 1 0,0 0 0,2-1 0,2 8-105,-1-29-8,0 1 61,-3-7 67,-11-4 68,13 4-197,1 0 0,0 0 1,-1 0-1,1 0 0,-1 0 0,1 0 0,-1 0 0,1 0 0,0 0 0,-1 0 0,1 0 0,-1 0 0,1 0 0,0-1 0,-1 1 1,1 0-1,-1 0 0,1 0 0,0 0 0,-1-1 0,1 1 0,0 0 0,-1-1 0,1 1 0,0 0 0,0 0 0,-1-1 1,1 1-1,0 0 0,0-1 0,-1 1 0,1-1 0,0 1 0,0 0 0,0-1 0,0 1 0,0 0 0,0-1 0,0 1 0,-1-1 1,1 1-1,0-1 0,0 1 0,1 0 0,-1-1 0,0 1 0,0-1 0,0 1 0,0 0 0,0-1 0,0 1 0,0-1 1,1 1-1,-1 0 0,0-1 0,0 1 0,1 0 0,-1-1 0,0 1 0,0 0 0,1-1 0,-1 1 9,25-26-2289,-16 17 745,5-7 138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5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33 3745,'6'-7'2940,"13"-16"941,-14 20-1455,-9 15 903,-39 78-1966,-4-2 0,-6 3-1363,46-81 8,1 1 1,1-1 0,0 1-1,0 0 1,1 0 0,0 1-1,1-1 1,0 1 0,1 0-1,1 0 1,-1 0 0,2 0-1,0 0 1,0 0 0,1 0-1,2 6-8,-1-10 52,0 1 0,1-1 0,0 1-1,0-1 1,1 0 0,0 0 0,1 0-1,-1-1 1,2 1 0,-1-1 0,1 0 0,0-1-1,0 1 1,1-1 0,0-1 0,0 1-1,0-1 1,1 0 0,-1-1 0,1 0 0,0 0-1,6 2-51,2 0 168,1 0-1,0-1 0,0-1 0,1 0 1,-1-1-1,1-1 0,-1-1 0,1 0 0,0-2 1,17-1-168,-35 2-16,1 0 0,-1-1 1,0 1-1,1 0 0,-1 0 1,0 0-1,1 0 0,-1 0 1,0 0-1,1-1 0,-1 1 1,0 0-1,1 0 0,-1-1 1,0 1-1,0 0 0,1 0 1,-1-1-1,0 1 0,0 0 1,0 0-1,1-1 0,-1 1 0,0 0 1,0-1-1,0 1 0,0-1 1,0 1-1,0 0 0,1-1 1,-1 1-1,0 0 0,0-1 1,0 1-1,0 0 0,0-1 16,-1 1-121,1-1 0,0 1 0,0-1 0,0 1-1,0 0 1,0-1 0,-1 1 0,1 0 0,0-1-1,0 1 1,-1 0 0,1-1 0,0 1 0,0 0 0,-1 0-1,1-1 1,0 1 0,-1 0 0,1 0 0,0-1-1,-1 1 1,1 0 0,-1 0 0,1 0 0,0 0-1,-1 0 1,1 0 0,-1 0 0,1 0 0,0 0-1,-1 0 1,1 0 0,-1 0 121,-6 2-1230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6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7458,'-12'3'6011,"16"5"-3704,9 14-845,14 46 275,-12-34-1329,-11-26-347,0 1 0,1-1 0,0 0 0,0 0 0,1 0 0,0-1 0,0 1 0,1-2 0,0 1 0,0-1 0,0 0 0,5 3-61,11 5 55,1-1 0,0-2 1,17 7-56,7 3 2,-39-19-390,-13-7-4037,0 2 3246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6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 8626,'-7'12'4781,"3"18"-4295,4-29-325,-28 156 847,13-78-865,9-43 515,30-79-1651,-15 27 542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6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8706,'4'3'3481,"2"0"-2289,3 12-576,1 1-8,-8 7-248,3 2-136,-3 5-112,2-2-64,4-1-16,-3-3-8,2-9 0,1 0 0,-3-9-32,3 2-72,-5-4-424,0-3-560,-5-6 664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7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26 7282,'-10'3'3096,"8"-1"-1591,18 3-225,11-4-288,10-1-184,3-3-424,-4-3-144,-1-4-144,2 1-96,-5 5-40,-8 0-120,3 7-624,-6-2-1464,-14-1 1495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7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4 5921,'18'-3'5440,"-23"3"-2269,-33 7-2084,-133 27-815,143-22-144,-13 1-34,41-13-93,-1 0 0,1 0 0,-1 0 0,0-1-1,1 1 1,-1 0 0,1 0 0,-1 0 0,1 0 0,-1 0 0,1 1 0,-1-1 0,0 0 0,1 0 0,-1 0 0,1 0 0,-1 1 0,1-1 0,-1 0 0,1 0 0,-1 1-1,1-1 1,-1 0 0,1 1 0,0-1 0,-1 1 0,1-1 0,0 0 0,-1 1 0,1-1 0,0 1 0,-1-1 0,1 1 0,0-1 0,0 1 0,-1-1 0,1 1 0,0-1-1,0 1 1,0 0 0,0-1 0,0 1 0,0-1 0,0 1 0,0-1 0,0 1-1,19 22 8,-3-4 37,-15-17-44,0 1-1,0-1 1,0 1 0,-1 0-1,1-1 1,-1 1 0,0-1 0,1 1-1,-1 0 1,0-1 0,-1 1-1,1 1 0,0-3 3,-1 0 0,1 0-1,0 1 1,0-1 0,0 0 0,0 0-1,0 0 1,0 0 0,0 0-1,0 0 1,0 0 0,0 0-1,1 0 1,-1 0 0,0 0-1,1 0 1,-1 0 0,1 0-1,-1 0 1,1 0 0,-1 0 0,1 0-1,0 0 1,0-1 0,-1 1-1,1 0 1,0 0 0,0-1-1,0 1 1,0-1 0,0 1-1,0-1 1,0 1-3,0-1 2,-1 0 1,0 0-1,1 0 0,-1 0 0,0 0 1,1 0-1,-1 0 0,0 1 0,1-1 0,-1 0 1,0 0-1,1 0 0,-1 0 0,0 0 1,1 1-1,-1-1 0,0 0 0,0 0 0,1 1 1,-1-1-1,0 0 0,0 0 0,0 1 1,1-1-1,-1 0 0,0 0 0,0 1 0,0-1 1,0 0-1,0 1 0,0-1 0,1 0 1,-1 1-1,0-1 0,0 0 0,0 1 0,0-1 1,0 0-1,0 1 0,0-1 0,0 0 1,0 1-1,-1-1 0,1 0 0,0 1 1,0-1-1,0 0 0,0 1 0,0-1 0,-1 0 1,1 0-1,0 1 0,0-1 0,-1 0-2,-16 9 29,11-6-31,10-2 1,44-2-12,-22 0 13,0 0 0,0 2 0,-1 1 0,1 1 0,14 5 0,-33-6-3,1 0 0,0 1-1,-1 0 1,0 1 0,0-1-1,0 1 1,0 1 0,0-1-1,-1 1 1,0 0 0,0 1-1,-1-1 1,1 1 0,-1 1-1,0-1 1,-1 1 0,1-1-1,-1 1 1,-1 0 0,1 2 3,0 0-2,-1 0 0,-1 0 0,0 0 0,0 0 0,0 0-1,-1 0 1,-1 2 2,1-9 6,-1-1 0,0 1 0,1 0 0,-1-1 0,0 1 0,0-1 0,0 1 0,0 0 0,-1-1-1,1 1 1,0 0 0,-1-1 0,1 1 0,-1-1 0,0 1 0,1 0 0,-1-1 0,0 0 0,0 1-1,0-1 1,0 0 0,0 1 0,0-1 0,0 0 0,-1 0 0,1 0 0,0 0 0,-1 0 0,1 0 0,0 0-1,-1 0 1,1-1 0,-1 1 0,0 0 0,1-1 0,-1 0 0,1 1 0,-1-1 0,0 0 0,1 0-1,-1 0 1,0 0 0,1 0 0,-1 0-6,-35-5 289,0-2-1,1-2 1,0-1-1,1-1 0,0-3 1,1 0-1,-4-4-288,38 17-27,0 1-1,0 0 1,-1-1-1,1 1 1,0 0-1,0-1 1,-1 1-1,1 0 1,0-1 0,0 1-1,0-1 1,0 1-1,-1 0 1,1-1-1,0 1 1,0-1-1,0 1 1,0 0-1,0-1 1,0 1-1,0-1 1,0 1-1,0-1 1,0 1-1,1 0 1,-1-1-1,0 1 1,0-1-1,0 1 1,0 0-1,1-1 1,-1 1-1,0 0 1,0-1 0,1 1-1,-1 0 1,0-1-1,1 1 1,-1 0-1,0 0 1,1-1-1,-1 1 1,0 0-1,1 0 1,-1-1-1,0 1 1,1 0-1,-1 0 1,1 0-1,-1 0 1,0 0-1,1 0 1,-1 0-1,1 0 28,25-14-1584,-24 14 1432,19-11-678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18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32 4225,'-2'-3'906,"1"1"-458,0 1 1,0 0-1,0 0 0,0-1 1,1 1-1,-1-1 0,0 1 0,1-1 1,-1 1-1,1-1 0,-1 1 1,1-1-1,0 0 0,-1 1 0,1-1 1,0 1-1,0-2-448,39 24 2718,-12-7-2560,-1 1 1,0 1-1,-1 1 1,-1 2-1,15 14-158,-11-3 29,-1 2-1,-1 1 1,-2 1 0,-1 1 0,-2 1-1,8 18-28,-16-26 19,-1 1 0,-2 0 1,0 0-1,-2 1 0,-1 0 0,-2 1 0,-1-1 0,-1 1 0,-1 3-19,-2-30 16,0 1-1,1-1 1,-2 0-1,1 1 0,0-1 1,-1 0-1,0 1 1,0-1-1,0 0 1,-1 0-1,1 0 0,-1 0 1,0 0-1,0 0 1,-1 0-1,1-1 1,-1 1-1,0-1 1,1 0-1,-2 1-15,-1-1 172,1-1 0,-1 0 1,1 0-1,-1 0 0,0 0 0,1-1 1,-1 0-1,0 0 0,0 0 0,0-1 1,0 0-1,0 0 0,0 0 0,0 0 1,0-1-1,-3 0-172,-32-8 1546,39 9-1509,-1-1-1,1 1 1,0 0 0,0 0 0,0-1-1,0 1 1,0-1 0,0 1 0,0-1-1,0 0 1,0 1 0,1-1-1,-1 0 1,0 1 0,0-1 0,1 0-1,-1 0 1,0 0 0,1 0-1,-1 0 1,0 0 0,1 0 0,0 0-1,-1 0 1,1 0 0,-1 0-1,1 0 1,0 0 0,0 0 0,0 0-1,0 0 1,0 0 0,0-1-37,5-2-2873,0 3 1985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22.19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30 5513,'16'-22'9599,"2"14"-4961,-15 9-4539,1-1 1,-1 1-1,0-1 1,0 1-1,0 0 1,0 0-1,0 0 1,0 1-1,-1-1 1,1 1 0,0 0-1,-1-1 1,1 1-1,0 1-99,118 91 830,-63-41-662,-52-45-208,1-1 1,0 0-1,0 0 0,0-1 0,1 0 1,0 0-1,0-1 0,1 0 1,-1 0-1,1-1 0,0 0 1,2 0 39,0-4-1434,-11 0 1356,0 0 0,0 0 0,0 0 0,0 0 0,-1-1 0,1 1 0,0 0 0,0 0 0,0 0 0,0 0 0,0 0 0,0 0 0,0 0 0,0 0 0,0 0 0,-1 0 0,1 0 0,0 0 0,0-1 0,0 1 0,0 0 0,0 0 0,0 0 0,0 0 0,0 0 0,0 0 0,0 0 0,0-1 0,0 1 0,0 0 0,0 0 0,0 0 0,0 0 0,0 0 0,0 0 0,0 0 0,0-1 0,0 1 0,0 0 0,0 0-1,0 0 1,0 0 0,0 0 0,0 0 0,0 0 0,1 0 0,-1 0 0,0-1 0,0 1 0,0 0 0,0 0 0,0 0 0,0 0 0,0 0 0,0 0 0,0 0 0,0 0 0,1 0 0,-1 0 0,0 0 0,0 0 0,0 0 0,0 0 0,0 0 0,0 0 0,0 0 0,1 0 0,-1 0 78,-1-1-843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22.61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119 0 8610,'-24'67'11423,"0"0"-10513,2 1 0,1 14-910,-7 1 690,29-72 565,3-14-2482,-3-3-3790,-1 5 3859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23.96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132 1 6969,'-18'45'6778,"-7"11"-3332,-34 79-2378,52-117-968,2 0-1,0 1 1,1-1 0,0 1-1,2 0 1,-1 14-100,4-15 31,0 0 0,0 0 0,2-1 0,0 1 1,1 0-1,1-1 0,0 0 0,2 0 0,1 2-31,-4-11 36,0 0 0,0 0-1,1-1 1,0 1-1,1-1 1,0 0 0,0 0-1,0-1 1,1 0-1,0 0 1,0-1 0,0 1-1,1-2 1,0 1-1,0-1 1,0 0 0,1-1-1,8 3-35,-7-2-64,3-2 952,-15-15-888,-11 4-3355,6 7 2558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24.54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11 6969,'11'-6'4368,"-11"6"-4293,1-1-1,-1 1 1,0 0 0,0-1 0,1 1 0,-1 0-1,0 0 1,1-1 0,-1 1 0,0 0 0,1 0-1,-1-1 1,0 1 0,1 0 0,-1 0 0,1 0-1,-1 0 1,0 0 0,1-1 0,-1 1 0,1 0-1,-1 0 1,0 0 0,1 0 0,-1 0 0,1 0 0,-1 0-1,0 0 1,1 1 0,-1-1 0,1 0 0,-1 0-1,0 0 1,1 0 0,-1 1 0,0-1 0,1 0-1,-1 0 1,0 0 0,1 1 0,-1-1 0,0 0-1,1 1 1,-1-1 0,0 0 0,0 1 0,1-1-1,-1 0 1,0 1 0,0-1 0,0 0 0,0 1-1,1-1 1,-1 1 0,0-1 0,0 0 0,0 1-1,0-1 1,0 1 0,0-1 0,0 0 0,0 1-1,0-1 1,0 1 0,0-1 0,0 0 0,-1 1-1,1-1 1,0 1-75,3 7 183,0 0-1,0 0 0,1 0 1,0-1-1,1 0 1,0 0-1,0 0 1,0 0-1,1-1 0,4 5-182,4 4 174,0 3-177,10 11 208,1 0 1,19 16-206,-36-38-65,0-1 0,0 0 0,0 0 0,0 0 0,1-1 0,0 0 0,0-1 0,0 0 0,1 0 0,0-1 0,-1-1 0,5 1 65,-13-2-120,0-1 78,-1 0-1,0 0 1,0 0 0,1 0-1,-1 0 1,0 0-1,0 0 1,1 0 0,-1 0-1,0 0 1,0 0 0,1 0-1,-1 0 1,0 0-1,0 0 1,1 0 0,-1 0-1,0 0 1,1 0 0,-1 0-1,0 0 1,0 0-1,0 0 1,1 0 0,-1-1-1,0 1 1,0 0 0,1 0-1,-1 0 1,0-1 0,0 1-1,0 0 1,0 0-1,1 0 1,-1-1 0,0 1-1,0 0 1,0 0 0,0-1-1,0 1 1,0 0-1,0 0 1,1-1 42,-1-6-563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24.90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60 1 9746,'-2'6'5446,"0"14"-4927,2-11 73,-33 208 1364,33-216-1949,0 0 0,-1 0 0,1 0 0,0 0 1,-1 0-1,1 0 0,-1 0 0,1 0 0,-1 0 1,1 0-1,-1 0 0,0 0 0,0 0 0,1 0 1,-1 0-1,0-1 0,0 1 0,0 0 1,0-1-1,0 1 0,0 0 0,0-1 0,0 1 1,0-1-1,0 0-7,-3 0-2833,8-12 2022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25.35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21 5497,'20'-5'8098,"4"0"-7071,6-1 20,-28 5-1040,-1 1-1,1-1 1,-1 1-1,1-1 0,-1 1 1,1-1-1,-1 1 1,1 0-1,-1 0 0,1 0 1,-1 0-1,1 0 1,0 0-1,-1 0 0,1 1 1,-1-1-1,1 1 1,-1-1-1,1 1 0,-1-1 1,0 1-1,1 0 0,-1 0 1,0-1-1,1 1 1,-1 0-1,1 1-6,0-1-2,0 1 0,0-1-1,-1 0 1,1 1 0,0-1 0,-1 1 0,1 0-1,-1-1 1,1 1 0,-1 0 0,0 0 0,0 0 0,0 0-1,1 1 3,-2-2 1,0 0 0,0 0 0,0 0-1,0 0 1,0 0 0,0 0 0,0 0-1,0 0 1,0 0 0,0 0 0,-1 0-1,1 0 1,0 0 0,-1 0 0,1 0-1,0 0 1,-1-1 0,0 1 0,1 0-1,-1 0 1,1 0 0,-1-1 0,0 1-1,1 0 1,-1-1 0,0 1-1,0-1 1,0 1 0,0-1 0,1 1-1,-1-1 1,0 1 0,0-1 0,0 0-1,-4 3 3,0-1-1,0 1 1,0 0 0,1 0 0,0 0 0,-1 1 0,1-1 0,1 1 0,-1 0 0,0 0 0,1 1-1,-2 2-2,5-5 0,-1 0-1,0 0 1,0 0 0,0 0-1,0-1 1,-1 1-1,1 0 1,0 0-1,-1-1 1,0 1-1,1-1 1,-2 2 0,-8 10 31,11-12-31,0-1 1,1 1 0,-1-1-1,0 1 1,0-1-1,0 1 1,0-1 0,1 1-1,-1-1 1,0 0 0,1 1-1,-1-1 1,0 1 0,1-1-1,-1 0 1,0 1 0,1-1-1,-1 0 1,1 0 0,-1 1-1,0-1 1,1 0 0,-1 0-1,1 1 1,-1-1 0,1 0-1,-1 0 1,1 0 0,-1 0-1,1 0 1,-1 0-1,1 0 1,-1 0 0,1 0-1,-1 0 0,22 3-222,0 0-1,0-2 0,0-1 0,0 0 0,0-2 1,0 0-1,2-2 223,-7 2-1240,-6 1 339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25.68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2 7234,'3'-1'3168,"-6"1"-1543,3 3-433,8 7-224,-8 8-176,3 8-144,7 3-152,-4 5-215,5 2-73,-3-8-136,6-3 16,4-5-56,7-10 40,-8-1-176,-18-1-264,-6-6-433,-4 2-431,-4-6 744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26.01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28 7050,'4'-2'3472,"7"0"-807,6-3-2025,10 5-88,5-1-360,-4 0-40,7 1-120,-2-3-168,9-1-472,-2 0-1112,-8-2 1103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26.51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206 138 7594,'9'-3'3812,"-4"2"-3404,-12 0 405,8 0-593,0 0 0,0 0 0,-1-1 0,1 1 0,0 0 0,-1-1 0,1 1 0,-1 0 0,1-1 0,-1 1 0,1-1 0,-1 1 0,0-1 0,0 1 0,0-1 1,0 1-1,0-1 0,0 1 0,0-1 0,-1 1-220,5-28 168,-4 27-166,0-1 0,0 1 0,0-1-1,-1 1 1,1-1 0,0 1 0,-1-1 0,0 1 0,0-1 0,0 1 0,0 0 0,0 0 0,0-1 0,0 1 0,-1 0 0,1 0 0,-1 0 0,0 0 0,1 1 0,-1-1 0,0 0 0,0 1 0,0-1 0,0 1 0,0 0 0,-1-1-1,1 1 1,0 0 0,-1 0 0,0 0-2,-1-1 0,0 0-1,-1 0 1,1 0-1,-1 1 1,1-1 0,-1 1-1,1 0 1,-1 0-1,0 1 1,0-1-1,1 1 1,-1 0-1,0 1 1,0-1-1,1 1 1,-1 0-1,-1 0 1,-1 3 26,0 0 0,1 0 0,-1 1 0,1 0 0,0 0 0,1 0 0,-1 1 0,1 0 0,0 0 0,1 0 0,-1 0 0,1 1 0,0 0 0,1 0 0,0 0 0,0 0 0,0 0 0,1 1 0,0-1 0,1 1-1,-1 0 1,1-1 0,1 1 0,0 0 0,0 0 0,0-1 0,1 1 0,1 1-26,-2-7 16,0 0 0,0 0-1,1 0 1,-1 0 0,1 0 0,-1 0-1,1 0 1,0 0 0,0 0-1,0 0 1,0-1 0,0 1 0,0 0-1,0-1 1,1 1 0,-1-1 0,0 1-1,1-1 1,0 0 0,-1 0 0,1 0-1,0 0 1,-1 0 0,1 0-1,0 0 1,0 0 0,0 0 0,0-1-1,0 1 1,0-1 0,0 0 0,0 1-1,1-1-15,0-1 17,1 1 0,-1 0 1,1-1-1,-1 0 0,1 0 0,-1 0 0,0 0 0,1-1 0,-1 1 0,0-1 0,0 0 0,0 0 1,0 0-1,0 0 0,-1-1 0,1 1 0,-1-1 0,1 0-17,90-122-1999,-92 124 1996,-1-1-1,1 1 1,-1-1-1,1 1 1,-1-1-1,0 1 1,1-1 0,-1 1-1,0-1 1,0 0-1,0 1 1,0-1-1,0 1 1,-1-1 0,1 0-1,0 1 1,-1-2 3,1 4 54,5 8 14,10 58 325,-6-42-314,2-1-1,0 0 1,2 0-1,0-1 1,2 0-1,14 17-78,-13-16 240,-16-24-234,0 0-1,0-1 1,0 1 0,0 0 0,0 0 0,0 0-1,1 0 1,-1 0 0,0 0 0,0 0 0,0 0 0,0-1-1,0 1 1,0 0 0,0 0 0,0 0 0,1 0-1,-1 0 1,0 0 0,0 0 0,0 0 0,0 0-1,0 0 1,0 0 0,0 0 0,1 0 0,-1 0-1,0 0 1,0 0 0,0 0 0,0 0 0,0 0-1,1 0 1,-1 0 0,0 0 0,0 0 0,0 0-1,0 0 1,0 0 0,0 0 0,0 0 0,1 0-1,-1 0 1,0 0 0,0 1 0,0-1 0,0 0-1,0 0 1,0 0 0,0 0 0,0 0 0,0 0-1,0 0 1,1 0 0,-1 1 0,0-1 0,0 0-1,0 0 1,0 0 0,0 0 0,0 0 0,0 0-1,0 1 1,0-1 0,0 0 0,0 0-6,10-10-241,-10 9 173,1 1 1,-1-1 0,1 1 0,-1-1 0,1 0 0,-1 1 0,0-1 0,0 1-1,1-1 1,-1 0 0,0 1 0,0-1 0,1 0 0,-1 0 0,0 1 0,0-1 0,0 0-1,0 1 1,0-1 0,0 0 0,0 0 0,-1 1 0,1-1 0,0 0 0,0 1 0,0-1-1,-1 0 1,1 1 0,0-1 0,-1 1 0,1-1 0,-1 0 0,1 1 0,0-1-1,-1 1 1,0-1 67,-4-9-672,-5-7-35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49:27.25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11 5441,'1'-6'8217,"0"1"-4288,17 10-3796,-5 0 42,0 1 1,0 1-1,-1 0 0,0 1 1,0 0-1,-1 1 1,10 9-176,74 82 814,-37-36-484,-12-17-123,-2 2 0,-2 3 0,1 6-207,-23-28 94,-1 2-1,-2 0 1,-1 1-1,-1 1 0,-2 0 1,2 12-94,-14-44 47,-1 0 0,1 0 0,-1 0 0,0 0 0,0 0 0,0 0 0,0 0 0,0-1 0,0 1 0,0 0 0,-1 0 0,1 0 0,-1 0 0,1 0 0,-1 0 0,0-1 0,0 1 0,1 0-1,-1 0 1,-1-1 0,1 1 0,0-1 0,0 1 0,0-1 0,-1 1 0,1-1 0,-1 0 0,1 0 0,-1 0 0,-1 1-47,-1 0 76,1 0 0,0-1 0,-1 1 0,1-1 0,0 0-1,-1 0 1,0 0 0,1-1 0,-1 1 0,1-1 0,-1 0 0,0 0 0,1 0-1,-1 0 1,0-1 0,-1 0-76,2 0 162,2 0-6693,1 1 5391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1.439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 98 7506,'9'-29'4903,"-6"22"-4125,1 1 0,0-1-1,0 1 1,1 0-1,-1 0 1,6-4-778,8-10 4274,-24 35-4075,1 1 0,1-1 0,0 1 0,1 0 0,1 1 0,0 5-199,1-19 4,0 0 0,1 0 0,-1 0 0,1 0 0,0 0 0,0 0 0,0 0-1,1 0 1,-1 0 0,1 0 0,-1 0 0,1 0 0,0 0 0,0 0 0,0 0-1,1-1 1,-1 1 0,1 0 0,-1-1 0,1 0 0,0 1 0,0-1-1,0 0 1,0 0 0,0 0 0,1 0 0,-1 0 0,1 0 0,-1 0 0,1-1-1,0 0 1,-1 1 0,1-1 0,0 0 0,0 0 0,0-1 0,0 1-4,13 1 31,1-1 1,-1 0-1,0-1 1,1-1-1,-1 0 1,11-3-32,20-1 6,-25 2-795,-18-1-6954,-5 3 7036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1.863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0 14 8994,'2'-14'5121,"-3"28"-1616,42 229-874,-7-70-1408,-33-162-889,2-2 919,10-11-574,-12 1-686,0 1 0,0-1 0,-1 1 1,1-1-1,-1 1 0,1-1 0,0 1 0,-1-1 1,1 0-1,-1 1 0,1-1 0,-1 0 0,0 1 0,1-1 1,-1 0-1,0 0 0,1 1 0,-1-1 0,0 0 1,0 0-1,0 1 0,0-1 0,0 0 0,0 0 1,0 0-1,0 1 0,0-1 0,0 0 0,0 0 7,0 0-179,0 0 0,0 1 0,0-1-1,0 0 1,0 0 0,0 1-1,0-1 1,0 0 0,0 0 0,0 1-1,0-1 1,1 0 0,-1 0-1,0 1 1,1-1 0,-1 0 0,0 1-1,1-1 1,-1 1 0,1-1-1,-1 0 1,1 1 0,-1-1 179,4-4-2158,-4-4 980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2.519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59 4 7962,'13'-3'7469,"-19"19"-4001,-5 7-3504,0 6 237,2 0 1,1 1-1,1 0 1,1 1-1,0 25-201,0 42 124,4 22-124,3-110 18,0 1 0,0-1 1,1 1-1,0-1 1,1 0-1,1 1 0,-1-2 1,1 1-1,1 0 0,0-1 1,0 0-1,1 0 1,0 0-1,4 3-18,-5 1 57,2-1-1,2-4 92,-9-9-139,0 1-1,0 0 1,0 0-1,0 0 0,-1-1 1,1 1-1,0 0 1,0 0-1,0-1 1,0 1-1,0 0 0,0 0 1,0-1-1,0 1 1,0 0-1,0 0 1,0 0-1,0-1 0,0 1 1,0 0-1,1 0 1,-1-1-1,0 1 0,0 0 1,0 0-1,0 0 1,0-1-1,0 1 1,1 0-1,-1 0 0,0 0 1,0 0-1,0-1 1,0 1-1,1 0 1,-1 0-1,0 0 0,0 0 1,0 0-1,1 0 1,-1 0-1,0-1 1,0 1-1,1 0 0,-1 0 1,0 0-1,0 0 1,0 0-1,1 0 0,-1 0 1,0 0-1,0 0 1,1 0-1,-1 0-8,-5-5-54,5 5-16,-1 0 0,0 0 0,1 0-1,-1 0 1,1 0 0,-1 0 0,0-1-1,1 1 1,-1 0 0,1 0 0,-1-1 0,1 1-1,-1 0 1,1-1 0,-1 1 0,1-1 0,-1 1-1,1 0 1,-1-1 0,1 1 0,0-1-1,-1 1 1,1-1 0,0 0 0,-1 1 0,1-1-1,0 1 1,0-1 0,0 1 0,0-1 0,-1 0-1,1 1 1,0-1 0,0 1 0,0-1-1,0 0 1,0 1 0,0-1 0,0 0 0,1 1-1,-1-1 1,0 1 0,0-1 0,0 0 0,1 1-1,-1-1 1,0 1 70,15-11-1690,-7-1 754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2.957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3 3 8466,'-1'-2'6611,"0"6"-4049,3 18-1949,5-4-468,1-1 0,1 1 0,1-2 0,1 1-1,0-1 1,1-1 0,0 0 0,10 8-145,-6-6 48,-1 0 0,0 2 1,-2 0-1,0 0 0,-1 1 0,1 4-48,-12-22 0,0 0-1,1 0 0,-1 0 1,1 0-1,0-1 1,-1 1-1,1 0 0,0-1 1,0 0-1,0 1 1,0-1-1,0 0 0,1 0 1,-1 0-1,0 0 1,0-1-1,1 1 0,-1 0 1,0-1-1,1 0 1,-1 0-1,2 1 1,-3-1-113,1 0 0,-1 0 1,0 0-1,1 0 0,-1 0 0,0 0 0,1 0 1,-1 0-1,0 0 0,1 0 0,-1-1 0,0 1 1,0-1-1,1 1 0,-1-1 0,0 1 0,0-1 1,0 0-1,0 1 0,0-1 0,0 0 0,0 0 1,0 0-1,0 0 0,0 0 0,0 0 0,0 0 1,-1 0-1,1 0 0,0-1 0,-1 1 0,1 0 1,-1 0-1,1 0 0,-1-1 0,0 1 0,0 0 1,1-2 112,-7-11-1917,-9-1 916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3.298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109 1 8122,'0'0'150,"0"0"0,1 0 0,-1 0 0,0 0 0,1 0 0,-1 0 0,0 0 0,0 0 0,1 0 1,-1 0-1,0 0 0,1 0 0,-1 1 0,0-1 0,0 0 0,1 0 0,-1 0 0,0 0 0,0 0 0,0 1 0,1-1 1,-1 0-1,0 0 0,0 0 0,0 1 0,1-1 0,-1 0 0,0 0 0,0 1 0,0-1 0,0 0 0,0 0 0,0 1 0,0-1 1,1 0-1,-1 1 0,0-1 0,0 0 0,0 0 0,0 1 0,0-1 0,0 0 0,0 0 0,-1 1-150,-8 41 1349,2-22-1074,-2-2 0,0 1-1,-2-1 1,-6 9-275,4-8 146,2 1 1,0 1-1,-4 10-146,14-28 16,0 1 0,1-1 0,-1 1 0,1-1 0,-1 1 1,1-1-1,0 1 0,0-1 0,1 1 0,-1-1 0,1 1 0,-1-1 0,1 1 1,0-1-1,1 2-16,5 21 462,-7-26-451,0 1 1,0-1-1,0 0 0,1 0 1,-1 1-1,0-1 1,0 0-1,0 1 0,1-1 1,-1 0-1,0 0 0,0 0 1,1 1-1,-1-1 1,0 0-1,0 0 0,1 0 1,-1 0-1,0 1 0,1-1 1,-1 0-1,0 0 1,1 0-1,-1 0 0,0 0 1,1 0-1,-1 0 0,0 0 1,0 0-1,1 0 1,-1 0-1,0 0 0,1 0 1,-1 0-1,0 0 0,1 0 1,-1-1-1,0 1 1,1 0-1,-1 0 0,0 0 1,0 0-1,1-1 0,-1 1 1,0 0-1,0 0 1,1 0-1,-1-1 0,0 1 1,0 0-12,1-1-101,1 0 1,-1 0 0,0 0 0,-1 0-1,1 0 1,0 0 0,0 0-1,0 0 1,0 0 0,-1-1 0,1 1-1,-1 0 1,1 0 0,-1-1 0,1 1-1,-1 0 1,0-1 0,1 1 100,1-16-1271,4-4 529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4.048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4 37 7322,'0'0'150,"0"-1"0,-1 1 1,1 0-1,0 0 1,0-1-1,-1 1 1,1 0-1,0-1 0,0 1 1,0 0-1,-1-1 1,1 1-1,0 0 0,0-1 1,0 1-1,0 0 1,0-1-1,0 1 1,0 0-1,0-1 0,0 1 1,0-1-1,0 1 1,0 0-1,0-1 1,0 1-1,0 0 0,0-1 1,0 1-1,0 0 1,1-1-1,-1 1 0,0 0 1,0-1-1,0 1 1,1 0-1,-1-1 1,0 1-1,0 0 0,1 0 1,-1-1-1,0 1 1,1 0-1,-1 0-150,23-11 1437,21 1-1896,-44 10 571,6-1-103,0 1 0,0 0 0,0 0 0,0 1 0,0-1 0,0 1 0,0 0 1,0 1-1,4 1-9,-9-3-1,0 1 0,1-1 1,-1 0-1,0 1 1,0-1-1,1 1 1,-1-1-1,0 1 0,0 0 1,0-1-1,0 1 1,0 0-1,0 0 1,0 0-1,0 0 0,0 0 1,0 0-1,-1 0 1,1 0-1,0 0 0,0 0 1,-1 0-1,1 0 1,-1 1-1,1-1 1,-1 0-1,0 0 0,1 1 1,-1-1-1,0 0 1,0 1-1,0-1 0,0 0 1,0 1-1,0-1 1,0 0-1,-1 0 1,1 1-1,0-1 0,-1 0 1,1 0-1,-1 1 1,-2 1 17,-1 0 1,1-1-1,-1 0 0,1 1 1,-1-1-1,0-1 0,0 1 0,0 0 1,0-1-1,0 0 0,0 0 0,0 0 1,0-1-1,-3 1-17,-17 5-40,23-6 36,1 0 0,-1 0 0,1 0 1,-1 1-1,1-1 0,-1 0 0,0 1 1,1-1-1,-1 0 0,1 1 0,0-1 1,-1 0-1,1 1 0,-1-1 1,1 1-1,0-1 0,-1 1 0,1-1 1,0 1-1,-1-1 0,1 1 0,0-1 1,0 1-1,-1 0 0,1-1 0,0 1 1,0-1-1,0 1 0,0 0 0,0-1 1,0 1-1,0-1 0,0 1 0,0 0 1,0-1-1,0 1 0,1-1 1,-1 1-1,0 0 0,0-1 0,0 1 1,1-1-1,-1 1 0,0-1 0,1 1 1,-1-1-1,1 1 0,-1-1 0,0 0 1,1 1-1,-1-1 0,1 1 0,-1-1 1,1 0-1,-1 1 0,1-1 1,-1 0-1,1 0 0,0 0 0,-1 1 4,44 27-15,-33-22-9,0 1 17,62 44 26,-67-46-24,0 0 0,0 1 1,0-1-1,-1 2 1,1-1-1,-2 0 0,1 1 1,-1 0-1,2 3 5,-5-9 3,-1 0 0,1 0 0,-1 0-1,0 0 1,1 0 0,-1 0 0,0 0 0,1 0 0,-1 0-1,0 0 1,0 0 0,0 0 0,0 0 0,0 0-1,0 0 1,0 0 0,-1 0 0,1 1 0,0-1 0,0 0-1,-1 0 1,1 0 0,-1-1 0,1 1 0,-1 0-1,1 0 1,-1 0 0,0 0-3,-1 0 4,1 1 1,-1-1-1,0 0 1,0 0-1,0 0 0,0 0 1,0 0-1,0-1 1,-1 1-1,1 0 0,0-1 1,0 0-1,-2 1-4,-12-1 11,0 0 0,0 0 0,0-2 0,-1 0-11,5 1-4,-29-8 11,33 6-29,0 1 0,0 0 1,0 1-1,0 0 0,0 0 1,0 1-1,-2 0 22,5 1-362,4 0 157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4.673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 1 7898,'2'0'410,"1"0"1,0-1 0,0 1 0,0 0-1,0 0 1,-1 1 0,1-1-1,0 0 1,0 1 0,-1 0 0,1 0-1,0 0 1,-1 0 0,1 0 0,-1 0-1,1 1-410,0 1 126,1 1-1,-1 0 1,0 0-1,0 1 0,-1-1 1,0 0-1,1 1 1,0 4-126,0-4 41,0 1-8,1 0 0,-1 0 0,0 0 0,-1 1 0,0-1 0,0 1 0,0 0 0,-1-1 0,0 1 0,0 0 0,0 0 0,-1 0 0,0 0 0,-1 0 0,0 5-33,5-2-1775,-4-9 1120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5.003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6 20 7162,'-6'1'2992,"7"-3"-1736,4 3-79,-3-2-329,4 0-112,15 0-272,33-4-120,-23-1-144,3 4-112,-4 1-88,-2-1-8,-7 4-160,0 1-40,-5-3-496,-11 3-656,4-1 888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6.646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47 63 6897,'-7'-4'4897,"10"-4"-3576,12-7-1089,-2 9-112,-1 1-1,1 0 1,1 0 0,-1 1 0,0 1-1,1 1 1,0-1 0,0 2 0,0 0-1,8 1-119,-17 0 15,-1 0-1,0 0 1,0 0-1,0 1 1,1-1-1,-1 1 0,0 0 1,0 0-1,0 1 1,0-1-1,-1 1 0,1 0 1,0 0-1,-1 0 1,1 0-1,-1 1 1,0 0-1,1-1 0,-1 1 1,0 0-1,-1 1 1,1-1-1,-1 0 0,1 1 1,-1-1-1,0 1 1,0 0-1,-1 0 1,1 0-1,-1-1 0,0 2 1,0-1-1,0 0 1,0 0-1,-1 0 0,0 0 1,0 1-15,0-2 6,0-1-1,-1 1 1,0 0-1,1-1 1,-1 1 0,0-1-1,0 1 1,-1-1 0,1 1-1,-1-1 1,1 0-1,-1 1 1,1-1 0,-1 0-1,0 0 1,0 0 0,0-1-1,0 1 1,-1 0 0,1-1-1,0 1 1,-1-1-1,1 0 1,-1 0 0,1 0-1,-3 1-5,-11 4 42,0-1 0,0-1 0,-16 3-42,29-6 7,7 5-10,1 0 0,1 0-1,-1-1 1,1 1 0,0-1 0,0 0 0,6 3 3,23 13-3,-25-16-14,-1 0 0,0 1 0,0 0 1,0 0-1,-1 1 0,0 0 0,0 1 0,-1-1 1,3 6 16,5 7-11,-11-15 12,0 0 1,0 0-1,-1 0 0,0 0 1,0 1-1,0-1 0,-1 1 1,3 5-2,-5-10 0,0 0 1,0 0-1,0 0 1,0 0-1,0 0 1,0-1-1,0 1 1,-1 0-1,1 0 0,0 0 1,0 0-1,-1-1 1,1 1-1,0 0 1,-1 0-1,1 0 1,-1-1-1,1 1 1,-1 0-1,1-1 1,-1 1-1,1 0 1,-1-1-1,0 1 0,-2 1 1,0-1-1,0 1 1,0-1-1,1 0 1,-1 0-1,0 0 1,-1-1-1,1 1 1,0-1-1,0 1 1,-1-1-1,-14-1 17,0 0 0,0-1 1,1 0-1,-1-2 0,0 0 0,1-1 0,-5-2-17,-30-8 80,15 7-17,8 2 55,0-1 0,1-2 0,-11-5-118,39 14 3,1 0 1,-1 0-1,0 0 0,0 0 0,0 0 0,0 0 0,0 0 0,0 0 0,0 0 0,0-1 0,0 1 0,0 0 0,0 0 0,0 0 0,0 0 0,0 0 0,0 0 0,0 0 1,0-1-1,1 1 0,-1 0 0,0 0 0,0 0 0,-1 0 0,1 0 0,0 0 0,0 0 0,0-1 0,0 1 0,0 0 0,0 0 0,0 0 0,0 0 0,0 0 0,0 0 1,0 0-1,0-1 0,0 1 0,0 0 0,0 0 0,0 0 0,-1 0 0,1 0 0,0 0 0,0 0 0,0 0 0,0 0 0,0 0 0,0 0 0,0 0 0,0 0 0,-1 0 1,1 0-1,0 0 0,0 0 0,0-1 0,0 1 0,0 0-3,11-1-1485,-10 1-539,6-1 766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6.991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 0 8362,'2'1'4114,"13"8"-2936,7 15-726,2-1 0,1-2 0,25 18-452,14 11 73,-55-42-156,-1-1-1,2-1 0,-1 0 1,1 0-1,0-1 0,0 0 1,0-1-1,1 0 0,-1-1 1,1 0-1,9 1 84,-20-3-128,1-1 0,-1 0 0,1 0-1,-1 0 1,1 0 0,-1 0 0,1 0 0,-1 0 0,0-1 0,1 1-1,-1 0 1,1 0 0,-1 0 0,1 0 0,-1 0 0,1-1 0,-1 1-1,0 0 1,1 0 0,-1-1 0,0 1 0,1 0 0,-1-1-1,0 1 1,1 0 0,-1-1 0,0 1 0,0-1 0,1 1 0,-1 0-1,0-1 1,0 1 0,1-1 128,-1-8-1524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7.319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130 3 9330,'-1'0'284,"0"-1"-1,0 1 1,1 0-1,-1-1 1,0 1 0,0 0-1,1 0 1,-1 0 0,0 0-1,0-1 1,1 1-1,-1 0 1,0 1 0,0-1-1,0 0 1,1 0-1,-1 0 1,0 0 0,0 1-1,1-1 1,-1 0 0,0 0-1,0 1-283,-19 15 1691,-12 23-2744,30-35 1614,-5 3-543,1 1 1,1 0-1,0 0 1,0 0-1,0 0 1,1 1-1,0 0 1,1 0-1,0 0 1,1 0-1,-1 1 1,2-1-1,-1 1 1,1-1-1,1 7-18,2-15-231,0-1-1,0 0 1,0 1 0,0-1 0,0 0-1,0 0 1,0 0 0,0-1-1,0 1 1,0 0 0,0-1-1,0 1 1,0-1 0,0 0 0,0 0-1,1 0 232,3-5-1065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7.960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 0 7042,'6'15'6730,"19"43"-6355,33 112 282,-52-160-519,-3-4-189,-4-6-2380,-3-4 1653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8.288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 24 4609,'5'0'2697,"-5"-1"95,-1 0-1432,1 1-511,2-1-193,9 0-352,16-3-96,32-4-136,-33 6-40,2 0-40,4 2-72,-13 0-312,3-1-336,-9-1 440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8.826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0 1 6785,'10'1'7500,"13"-2"-5978,24 0-1350,-6 3 630,-32-3-736,-1 1 0,0 1 0,0-1 0,0 1 0,0 1 0,0 0 0,0 0 0,0 0 0,-1 1 0,1 0-66,8 5 47,-6-5-7,-1 2 0,0-1 0,-1 1 0,1 1 0,3 2-40,-9-5 7,0 0-1,0 0 1,0 1 0,-1-1-1,1 1 1,-1-1 0,0 1-1,0 0 1,0 0 0,-1 0-1,1 0 1,-1 0-1,0 0 1,1 4-7,8 51 126,-2 0 1,-3 0-1,-3 5-126,0-58 43,0 1-1,0-1 1,1 0 0,0 0 0,0 0-1,0 0 1,1-1 0,1 2-43,8 8-149,-15-29-1471,-6 2 304,-6-2 486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19.507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4 1 4025,'-3'8'9911,"9"1"-6657,19 7-4242,-18-11 1932,18 10-649,34 22 390,-1 2 0,46 42-685,-87-66 25,-1 1 1,0 0-1,-2 1 1,0 1 0,0 0-1,-2 0 1,0 2-1,-2-1 1,0 2 0,-1-1-1,1 6-25,-4-7 39,0 0 0,-2 0-1,0 1 1,-1-1 0,-1 1-1,-1 0 1,0-1 0,-2 2-39,1-12 33,-2 0 0,1 0-1,-1 0 1,0-1 0,-1 1 0,0-1 0,0 0 0,-1 0 0,0 0 0,-1 0-1,1 0 1,-1-1 0,-1 0 0,1 0 0,-1-1 0,-1 1 0,1-1 0,-7 4-33,5-4 15,0 0 0,0-1 0,-1 0 0,1 0 0,-1-1 0,-6 2-15,4 1-256,18-9-2832,-5 1 2343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2.2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5 144 6473,'1'12'12916,"-5"-17"-9279,2-10-4872,2 11 1240,0 0-1,1 0 0,-1 0 1,1 0-1,-1 0 0,1 0 1,1 0-1,-1 1 0,0-1 1,1 0-1,0 1 0,0-1 1,0 1-1,0-1 1,0 1-1,1 0 0,-1 0 1,1 0-1,0 0 0,0 1 1,0-1-1,0 1 0,1 0 1,-1 0-1,1 0 0,-1 0 1,4-1-5,8-5-19,1 1 0,0 1 0,0 0 1,0 0-1,1 2 0,0 0 0,7 0 19,-20 4 1,0 0-1,-1-1 1,1 1 0,0 1-1,0-1 1,0 0 0,-1 1-1,1 0 1,0 0-1,-1 0 1,1 0 0,-1 1-1,1-1 1,-1 1-1,0 0 1,1 0 0,-1 0-1,0 1 1,0-1 0,-1 1-1,1-1 1,0 1-1,-1 0 1,0 0 0,1 0-1,-1 0 1,0 1-1,-1-1 1,1 0 0,-1 1-1,1-1 1,-1 1 0,0 0-1,0-1 1,-1 1-1,1 2 0,2 18 19,-1 0-1,-2-1 0,0 1 0,-1 0 1,-2-1-1,0 1 0,-1-1 1,-2 0-1,0 0 0,-2-1 1,0 1-1,-1-2 0,-2 1 0,-8 13-18,15-29 18,-1 0 0,0 0-1,0 0 1,-1-1-1,1 0 1,-1 0-1,-1 0 1,1-1 0,0 0-1,-1 0 1,0 0-1,0-1 1,0 0-1,0-1 1,-1 1 0,1-1-1,-2 0-17,7-2 10,1 0-1,0 0 1,0 0-1,-1 0 1,1 0-1,0 0 1,0-1 0,-1 1-1,1 0 1,0-1-1,0 1 1,0-1-1,-1 1 1,1-1 0,0 1-1,0-1 1,0 0-1,0 1 1,0-1-1,0 0 1,0 0-1,1 0 1,-1 0 0,0 0-1,0 0 1,1 0-1,-1 0 1,0 0-1,1 0 1,-1 0-1,1-1 1,0 1 0,-1 0-1,1 0 1,0-1-1,0 1 1,-1 0-1,1 0 1,0-1 0,1 0-10,-2-2 7,1 0 0,0-1 1,0 1-1,0 0 1,0 0-1,1-1 1,0 1-1,0 0 0,0 0 1,0 0-1,2-3-7,0 2-3,0 0-1,0 1 0,1 0 0,-1 0 1,1 0-1,0 0 0,0 0 0,1 1 1,-1-1-1,1 1 0,-1 1 1,1-1-1,0 0 0,0 1 0,3-1 4,2 0-10,0 1 0,0 0-1,0 0 1,0 1-1,0 0 1,0 1-1,0 0 1,6 1 10,1 1-28,-1 0 0,0 1 1,0 1-1,0 1 0,0 0 1,0 1-1,-1 1 0,0 0 1,-1 1-1,8 5 28,-9-3-76,-10-7-30,-1-1 0,1 1 1,0-1-1,0 0 0,0 0 0,1 0 1,-1 0-1,1 0 0,-1-1 0,1 1 1,-1-1-1,1 0 0,0 0 0,-1 0 1,1-1-1,0 1 0,0-1 0,0 0 1,-1 0-1,5-1 106,-8 1-51,0 0 1,0 0-1,0 0 1,1 0-1,-1 0 1,0 0-1,0 0 1,1 0-1,-1 0 1,0 0-1,0 0 1,0 0-1,1-1 1,-1 1-1,0 0 1,0 0-1,0 0 1,1 0-1,-1 0 1,0-1-1,0 1 1,0 0-1,0 0 1,0 0-1,1-1 1,-1 1-1,0 0 1,0 0-1,0 0 1,0-1-1,0 1 1,0 0-1,0 0 1,0-1-1,0 1 1,0 0-1,0 0 1,0 0-1,0-1 1,0 1-1,0 0 1,0 0-1,0-1 1,0 1-1,0 0 1,0 0-1,0 0 1,0-1-1,0 1 1,-1 0-1,1 0 1,0 0-1,0-1 1,0 1-1,0 0 1,0 0-1,-1 0 1,1 0-1,0-1 51,-9-7-1470,9 8 1459,-3-5-696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3.6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7858,'14'11'7762,"28"34"-5622,5 6-1627,4 11-109,-42-48-334,0-1 1,1-1-1,1 0 1,0 0 0,1-1-1,0 0-70,20 5 235,-17-14-1109,-15-2 788,0 0 1,0 0 0,1 0 0,-1 0 0,0 0-1,0-1 1,0 1 0,1 0 0,-1 0 0,0 0-1,0 0 1,0-1 0,0 1 0,0 0 0,1 0 0,-1 0-1,0-1 1,0 1 0,0 0 0,0 0 0,0-1-1,0 1 1,0 0 0,0 0 0,0-1 0,0 1-1,0 0 1,0 0 0,0 0 0,0-1 0,0 1-1,0 0 1,0 0 0,0-1 0,0 1 0,0 0-1,-1 0 1,1 0 0,0-1 0,0 1 0,0 0 0,0 0-1,0 0 1,-1-1 0,1 1 0,0 0 85,-4-10-843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3.9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120 0 9282,'-8'2'6173,"7"-2"-6117,0 0 1,0 0-1,0 0 1,0 0 0,0 0-1,0 0 1,1 0-1,-1 1 1,0-1-1,0 0 1,0 1 0,0-1-1,1 0 1,-1 1-1,0-1 1,0 1 0,1-1-1,-1 1 1,0-1-1,1 1 1,-1 0 0,0-1-1,1 1 1,-1 0-1,1 0 1,-1-1-1,1 1 1,-1 0 0,1 0-57,-87 217 704,85-208-11,9-10-210,17-17-3479,-24 17 2995,27-19-895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4.7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5921,'1'3'8139,"3"5"-5956,6 15-2107,-8-13 31,0 0 0,-1 0 0,0 1 0,-1-1 0,0 0 0,0 1 0,-1 0-107,0 6 101,1-14-79,0 0 0,0 0 0,0 0 0,1 0 0,-1 1 0,1-1 0,0 0 0,0 0 0,0 0 0,0 0 0,0-1 0,1 1 0,0 0 0,-1 0 0,1-1 0,0 1 0,0-1 0,0 0 0,0 1 0,1-1 0,-1 0 0,1 0 0,-1-1 0,1 1 0,0 0 0,-1-1 0,1 0 0,0 1 0,0-1 1,0 0-1,0 0 0,0-1 0,0 1 0,0-1 0,1 0 0,-1 1 0,0-1 0,0-1 0,0 1 0,0 0-22,4 0 33,1-1 0,-1 1 0,0-1 0,0 0 0,0-1 0,0 0 0,-1 0 0,1 0 0,0-1 0,-1 0 0,1 0 0,-1-1 0,0 0 0,0 0 0,-1 0 0,1-1 0,3-3-33,-4 0 8,0 1 0,-1-1 0,0 0 0,0 0 0,-1-1 0,0 1 0,0-1 0,-1 1 0,0-1 1,-1 0-1,1 0 0,-2 0 0,1 0 0,-2 0 0,1 0 0,-1-5-8,7 59 79,5-16-35,2 0 0,10 17-44,14 32 21,-3-14-28,-26-51 12,-1 0 0,0 1 0,-1 0 1,0 0-1,0 4-5,-5-17 19,0 1 0,-1 0 0,1 0 0,-1 0 0,0 0 0,1 0 0,-1 0 0,0 0 0,0-1 0,0 1 0,0 0 0,-1 0 0,1 0 0,-1 0 0,1 0 0,-1 0 0,1-1 0,-1 1 0,0 0 0,0 0 0,0-1 0,0 1 0,0-1 0,-1 2-19,0-1 42,-1-1 1,1 0 0,0 0 0,0 0-1,-1 0 1,1 0 0,-1 0 0,1-1-1,-1 1 1,1-1 0,-1 1 0,1-1-1,-1 0 1,1 0 0,-1 0 0,0-1-43,-14-1 209,1-1 1,-1-1-1,1 0 1,1-1-1,-2-1-209,17 5 3,-17-5 10,-98-32 849,100 34-1176,1 1 0,-1 0 1,0 1-1,-1 1 0,1 0 1,-10 1 313,10 3-1820,14-2-2770,8-1 2360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5.5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 27 3681,'10'-6'1881,"9"-6"2191,-19 12-3950,0 0 1,1 0-1,-1 0 1,0 0 0,0 0-1,1 0 1,-1 0-1,0 0 1,0 0-1,0 0 1,1 0-1,-1-1 1,0 1-1,0 0 1,0 0-1,1 0 1,-1 0 0,0-1-1,0 1 1,0 0-1,0 0 1,0 0-1,1-1 1,-1 1-1,0 0 1,0 0-1,0 0 1,0-1-1,0 1 1,0 0-1,0 0 1,0-1 0,0 1-1,0 0 1,0 0-1,0-1 1,0 1-1,0 0 1,0 0-1,0-1 1,0 1-1,0 0 1,0 0-1,0 0 1,0-1 0,-1 1-1,1 0 1,0 0-1,0 0 1,0-1-123,-17 48 2658,-1 1-2055,2 0 0,2 1 0,2 0 0,-1 23-603,10-52 39,2 0 0,0 0 0,1 0 0,1 0 0,0 0 0,2 0 0,1-1 0,0 1 0,1-1 0,1 0 0,1 0 0,6 12-39,52 96 683,-64-126-626,0 0 0,0 0 1,0 0-1,0 0 0,0 0 0,0-1 0,0 1 0,0 0 1,0-1-1,0 1 0,0 0 0,0-1 0,0 1 0,1-1 1,-1 0-1,0 1 0,0-1 0,1 0 0,-1 0 1,0 0-1,1 0 0,-1 0 0,1 0-57,-2 0 29,1 0 1,0 0-1,-1 0 0,1 0 0,0 0 0,-1 0 1,1 0-1,0 0 0,-1 0 0,1 0 0,0 0 1,-1 0-1,1-1 0,-1 1 0,1 0 0,0 0 1,-1-1-1,1 1 0,-1 0 0,1-1 0,-1 1 1,1-1-1,-1 1 0,1-1 0,-1 1 0,0-1 1,1 1-1,-1-1 0,0 1 0,1-1 0,-1 1 1,0-1-1,0 0 0,1 1 0,-1-1 0,0 0 1,0 1-1,0-1 0,0 0-29,0 0-295,-1-1 0,1 0 1,-1 0-1,0 0 0,0 1 0,0-1 1,0 0-1,0 1 0,0-1 0,0 1 1,0 0-1,-1-1 0,1 1 0,-1 0 1,-1-2 294,-2-2-1792,-2-2 437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5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 9002,'2'-5'6323,"6"4"-3688,-6 2-2562,-1-1-1,0 0 1,0 1-1,0-1 1,0 1-1,0-1 1,0 1-1,0-1 0,0 1 1,0 0-1,0 0 1,0-1-1,0 1 1,0 0-1,0 0 1,-1 0-1,1 0 1,0 0-1,-1 0 1,1 1-74,10 20 198,1 0-1,1-1 0,0-1 1,2 0-1,0-1 0,2 0 0,0-2 1,0 0-1,2 0 0,0-2 0,1 0 1,19 10-197,-34-23 28,0-1 1,-1 1 0,1-1-1,0 0 1,0 0-1,0-1 1,0 1 0,0-1-1,0 0-28,17-7-1211,-21 7 1027,-1-1 0,1 0 0,0 1 0,-1-1 0,0 1 0,1-1 0,-1 0 0,1 0 0,-1 1 0,0-1 0,1 0 0,-1 0 0,0 1 0,0-1-1,0 0 1,1 0 0,-1 1 0,0-1 0,0 0 0,0 0 0,0 0 0,-1 1 0,1-1 0,0 0 0,0 0 0,0 0 184,-2-10-831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6.2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5 9026,'-1'-1'301,"0"1"1,1-1-1,-1 1 1,0-1-1,0 1 1,0 0-1,0-1 1,0 1-1,0 0 1,-1-1-1,1 1 1,0 0-1,0 0 0,0 0 1,0 0-1,0 0 1,0 0-1,0 0 1,0 1-1,0-1 1,0 0-1,0 1 1,0-1-1,-1 1-301,-11 23 1390,11-16-1297,-31 60 756,26-57-776,1 1 0,0-1 0,1 1 0,0 0 1,0 1-1,2-1 0,0 1 0,0 0 0,0 10-73,3-20 7,0 0-1,0 0 1,0 0 0,0 0 0,-1 0 0,1 0-1,-1 0 1,1 0 0,-1 0 0,0 0-1,0-1 1,-1 1 0,1 0 0,-1-1 0,1 1-1,-1 0 1,0-1 0,0 0 0,0 1 0,0-1-1,0 0 1,-1 1-7,-2 5 225,13-9 204,17-15-476,-12 0-1018,8-14-1751,-9 10 1717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6.7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8138,'14'-10'6491,"5"1"-3368,-7 6-3158,0-1 0,0 2 0,1 0 0,0 0 0,-1 1 0,12 1 35,-19 0-9,-1 0 0,1 0 0,0 1 0,-1-1 0,1 1 0,-1 0 0,1 1 0,-1-1 0,3 2 9,-6-3-4,0 1 0,0 0 0,0 0 0,0 0 0,0 0 0,-1 0 0,1 0 0,0 0 0,0 0 0,-1 0 0,1 1 0,-1-1 0,1 0 0,-1 0 0,0 1 0,1-1 0,-1 0 0,0 0 0,0 1 0,0-1 0,0 0 0,0 1 0,0-1 0,0 0 0,0 0 0,-1 1 0,1-1 0,0 0 0,-1 0 0,1 1 0,-1-1 0,1 0 0,-1 0 0,0 0 0,1 0 0,-1 0 4,-13 41 13,13-37-11,0 0 0,-1 0 0,1 0 0,-1 0-1,0 0 1,-1 0 0,1 0 0,-1 0 0,0-1 0,0 0 0,0 1 0,0-1-1,-1 0 1,0-1 0,0 1 0,0-1 0,0 1 0,-1-1-2,1 0 18,-19 10-80,23-13 69,0 0 1,0 0-1,0 1 1,0-1-1,0 0 1,-1 0 0,1 1-1,0-1 1,0 0-1,0 0 1,-1 0-1,1 0 1,0 0-1,0 1 1,0-1-1,-1 0 1,1 0-1,0 0 1,0 0-1,-1 0 1,1 0-1,0 0 1,0 0-1,-1 0 1,1 0-1,0 0 1,0 0-1,-1 0 1,1 0-1,0 0 1,0 0-1,-1 0 1,1 0-1,0 0 1,0 0 0,-1 0-1,1 0 1,0-1-1,0 1 1,-1 0-1,1 0 1,0 0-1,0 0 1,0-1-1,-1 1 1,1 0-1,0 0 1,0 0-1,0-1 1,0 1-1,0 0 1,0 0-1,-1 0 1,1-1-1,0 1 1,0 0-1,0 0 1,0-1-1,0 1 1,0 0-1,0-1-7,1 1 0,1-1 0,-1 0-1,0 1 1,1-1 0,-1 1-1,1-1 1,-1 1-1,0 0 1,1-1 0,-1 1-1,1 0 1,-1 0 0,1 0-1,-1 0 1,1 0-1,-1 1 1,1-1 0,0 0 0,2 1-10,34 6 73,-27-5-834,-1 1-1,1-2 0,0 1 1,0-1-1,3-1 772,-4-1-508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7.3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34 8714,'0'0'250,"0"-1"0,0 1 1,0-1-1,0 1 0,0-1 1,0 1-1,0-1 0,0 1 1,0 0-1,1-1 0,-1 1 1,0-1-1,0 1 0,0-1 0,1 1 1,-1 0-1,0-1 0,1 1 1,-1-1-1,0 1 0,1 0 1,-1-1-1,0 1 0,1 0 0,-1 0 1,1-1-1,-1 1 0,0 0 1,1 0-1,-1-1 0,1 1 1,-1 0-1,1 0 0,-1 0-250,2 1 59,-1-1 1,0 1-1,0 0 0,0 0 0,0 0 0,1 0 1,-1 0-1,-1 0 0,1 0 0,0 0 0,0 0 1,0 1-1,0-1 0,-1 0 0,1 1 0,-1-1 1,1 0-60,2 5 25,0-1 1,-1 1 0,1 0 0,-1 0 0,-1 0 0,1 0 0,-1 1 0,0-1 0,0 4-26,0-6 28,-1 0 0,1 0 0,0 0 0,0-1 0,1 1 0,-1 0 0,1-1 0,0 0-1,-1 1 1,2-1 0,-1 0 0,0 0 0,1 0 0,-1 0 0,1 0 0,0 0 0,0-1 0,0 0 0,0 1 0,0-1 0,1 0 0,0 0-28,-2-1 19,0 0 0,0 0 0,0 0 0,1 0 0,-1 0 0,0-1 0,1 1 0,-1-1 0,1 1 0,-1-1 0,1 0 0,-1 0 0,1 0 0,-1 0 0,0-1 0,1 1 0,-1-1 0,1 1 0,-1-1 0,0 0 0,1 0 0,-1 0 0,0 0 0,0 0 0,0-1 0,0 1 0,0 0 0,0-1 0,0 0 0,0 1 0,-1-1 0,1 0 0,-1 0 0,1 0 0,0-1-19,3-6-59,-1-1-1,0 1 1,0-1-1,-1 1 0,0-1 1,-1 0-1,0 0 1,-1 0-1,1-8 60,5-32 37,-5 56-44,-1 1 0,2-1 0,-1 0 0,0 1 0,1-1-1,0 0 1,1-1 0,-1 1 0,1-1 0,4 5 7,9 16-2,180 337 753,-197-363-729,1 1 0,-1-1 0,1 1 0,-1 0 1,1-1-1,-1 1 0,1 0 0,-1-1 0,0 1 0,0 0 0,1 0 0,-1-1 0,0 1 1,0 0-1,0 0 0,0-1 0,0 1 0,0 0 0,0 0 0,0-1 0,0 1 0,0 0 1,0 0-1,-1 0 0,1-1 0,0 1 0,0 0 0,-1-1 0,1 1 0,0 0 1,-1-1-1,1 1 0,-1 0 0,1-1 0,-1 1-22,-1 0 32,0 0 0,0 0 1,0 0-1,-1 0 0,1-1 0,0 1 0,0-1 0,-1 1 1,1-1-1,0 0 0,0 0 0,-2 0-32,-61-9 220,17-5-166,1-2 1,0-2-1,1-2 0,1-3 0,-14-10-54,51 28-140,0 1 0,-1-1 1,1 1-1,-1 1 0,0-1 1,-9-1 139,13 4-451,0 0 1,-1 1-1,1 0 1,0 0-1,-1 0 1,1 0-1,-1 1 1,1 0 450,-7 3-1097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8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 5401,'5'-5'1181,"6"-2"6777,-8 15-5430,0 11-3353,-2-7 917,3 19 238,1-1-1,6 19-329,-7-32 40,-4-15-45,0 0 0,0-1-1,1 1 1,-1 0 0,1-1 0,-1 1 0,1-1 0,-1 1 0,1-1 0,0 1 0,0-1 0,0 1 0,0-1-1,0 0 1,0 0 0,0 1 0,0-1 0,0 0 0,1 0 5,2 5-1102,-12-7 322,-11-9-3737,15 0 2949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38.5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29 5593,'-15'-4'61,"-6"-2"7004,23 3-3832,16-1-2464,-15 4-753,25-5-3,0 2 0,0 1 1,1 1-1,-1 1 1,17 3-14,-7 1-1196,-23-4-4649,-16 0 4420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40.8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237 0 6033,'3'1'7301,"1"1"-1056,-65 8-5878,40-7-346,-9 0-16,25-3-3,1-1 1,0 1-1,-1 1 0,1-1 1,-1 1-1,1 0 0,0 0 1,0 0-1,-1 0 0,1 1 0,0 0 1,0 0-1,0 0 0,0 0 1,1 0-1,-1 1 0,1 0 1,-4 3-3,0 2-2,0 8 53,-14 15 10,21-21-58,-1 1 0,2 0 0,-1-1-1,1 1 1,1-1 0,0 1 0,1-1 0,0 0-1,0 1 1,1-2 0,2 6-3,-5-13 6,0 0 0,0-1 0,0 1 0,0 0 0,-1 0 0,1 0 0,-1 0 1,1 0-1,-1 0 0,0 1 0,0-1 0,0 0 0,0 0 0,0 0 0,0 0 0,-1 0 0,1 0 0,-1 0 0,1 0 0,-1 0-6,1 12 241,29-3-126,11-3-109,-3-2-30,0 2 0,-1 2 0,28 12 24,-46-15-14,-9-4 5,0 0 1,0 1 0,0 1 0,-1 0 0,1 0 0,0 1 8,-6-3-4,-1-1 0,1 0 0,-1 1 1,0-1-1,0 1 0,0 0 0,0 0 0,-1 0 1,1 0-1,-1 0 0,1 0 0,-1 0 1,0 1-1,-1-1 0,1 0 0,0 1 1,-1-1-1,0 0 0,0 4 4,1-3 1,-1 0 0,0 0 1,0-1-1,0 1 0,-1 0 0,0 0 0,1 0 0,-1-1 1,0 1-1,-1 0 0,1-1 0,-1 1 0,1-1 1,-1 1-1,0-1 0,-1 0 0,1 0 0,0 0 0,-1 0 1,0 0-1,0 0 0,1-1 0,-2 1 0,1-1 0,0 0 1,0 0-1,-1 0 0,1 0 0,-1-1 0,1 0 1,-1 1-1,0-1 0,0 0 0,1-1-1,-13 4 134,0 0 0,1-1 0,-1-1-1,0-1 1,0 0 0,0-1 0,0-1 0,0 0 0,0-2-1,0 1 1,0-2 0,1 0 0,0-1 0,0 0 0,0-1-1,0-1 1,-3-3-134,14 8 97,1-1 0,-1 1-1,1-1 1,-1 0 0,1 0-1,0 0 1,0 0 0,-2-4-97,4 7-1,1-1 1,-1 0-1,1 0 1,-1 0-1,1 1 1,-1-1-1,1 0 0,-1 0 1,1 0-1,0 0 1,0 0-1,-1 0 1,1 0-1,0 0 0,0 0 1,0 0-1,0 0 1,0 0-1,0 0 1,0 0-1,1 0 1,-1 0-1,0 0 0,1 0 1,-1 0-1,0 0 1,1 1-1,-1-1 1,1 0-1,-1 0 1,1 0-1,0 0 0,-1 1 1,1-1-1,0 0 1,0 0 0,0-1-993,0 1 808,0 1 0,-1-1 0,1 0 0,0 1 0,-1-1 0,1 1 0,0-1 0,0 1 0,0-1 0,0 1 0,-1-1 0,1 1 0,0 0 1,0-1-1,0 1 0,0 0 0,0 0 0,0 0 0,0 0 0,0 0 0,0 0 0,0 0 0,0 0 0,0 0 185,31-3-1136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4:41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21 5953,'-23'-21'7344,"23"21"-7273,0 1 1,0-1 0,0 0 0,0 0-1,0 0 1,0 0 0,0 0 0,1 0-1,-1 0 1,0 0 0,0 0 0,0 1-1,0-1 1,0 0 0,0 0 0,0 0-1,0 0 1,0 0 0,0 0 0,0 0-1,0 1 1,0-1 0,0 0 0,0 0-1,0 0 1,0 0 0,0 0 0,0 0-1,0 1 1,0-1 0,0 0 0,0 0-1,0 0 1,0 0 0,0 0 0,0 0-1,0 1 1,0-1 0,0 0 0,0 0-1,-1 0 1,1 0 0,0 0 0,0 0-1,0 0 1,0 0 0,0 0 0,0 1-1,0-1 1,0 0 0,-1 0 0,1 0-1,0 0 1,0 0 0,0 0 0,0 0-1,0 0 1,0 0 0,-1 0 0,1 0-1,0 0 1,0 0-72,26 45 2496,-17-32-2946,12 19 737,2-1 0,2 0-1,1-2-286,45 59 470,-47-57-347,-3 2 1,0 0 0,-3 2 0,0 0-1,11 35-123,-2 3 113,-9-25-87,-1 0-1,-3 2-25,-10-37 23,-2 0 0,1 1 0,-2-1 1,0 1-1,0 0 0,-1-1 0,-1 1 0,0-1 0,-3 11-23,4-22 26,0 0 0,-1 0 0,1 0-1,0-1 1,-1 1 0,1 0 0,-1-1-1,0 1 1,1 0 0,-1-1 0,0 1-1,0-1 1,0 1 0,0-1 0,0 1-1,-1-1 1,1 0 0,0 0 0,-1 1-1,1-1 1,0 0 0,-1 0 0,0 0-26,0-1 134,-1 0 1,1 0 0,-1 0-1,1-1 1,-1 1 0,0-1-1,1 1 1,0-1 0,-1 0-1,1 0 1,-1 0 0,-1-1-135,-11-4 312,14 5-285,0 1 1,0 0-1,1 0 0,-1-1 1,0 1-1,0 0 1,0 0-1,0 0 0,0 0 1,0 0-1,0 0 0,1 0 1,-1 1-1,0-1 1,0 0-1,0 0 0,0 1 1,1-1-1,-1 0 0,0 1 1,0-1-1,0 1 1,1-1-1,-2 1-27,-1 3-3271,3-4 233,0-1 1878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27.65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29 6433,'1'-27'7454,"-1"27"-7365,0 0-1,0 0 1,0-1 0,0 1 0,0 0 0,1 0 0,-1 0 0,0 0 0,0 0-1,0 0 1,0 0 0,0 0 0,1 0 0,-1 0 0,0 0 0,0 0 0,0 0-1,0 0 1,1 0 0,-1 0 0,0 0 0,0 0 0,0 0 0,0 0 0,1 0-1,-1 0 1,0 0 0,0 0 0,0 0 0,0 1 0,0-1 0,1 0 0,-1 0-1,0 0 1,0 0 0,0 0 0,0 0 0,0 0 0,0 1 0,0-1 0,1 0-1,-1 0 1,0 0 0,0 0 0,0 0 0,0 1 0,0-1 0,0 0 0,0 0 0,0 0-1,0 0 1,0 1 0,0-1 0,0 0 0,0 0 0,0 0 0,0 0 0,0 1-1,0-1-88,13 44 1957,-6 12-1372,-5-36-476,1-1-1,0 1 0,1-1 0,1 0 0,7 17-108,-5-20 13,18 37 22,-25-53-62,0 0 0,0 0 0,0 0 0,0 0 1,0-1-1,0 1 0,0 0 0,0 0 0,0 0 0,0 0 0,0 0 1,0 0-1,0 0 0,0 0 0,1 0 0,-1-1 0,0 1 1,0 0-1,0 0 0,0 0 0,0 0 0,0 0 0,0 0 0,0 0 1,0 0-1,0 0 0,0 0 0,0 0 0,1 0 0,-1 0 1,0 0-1,0-1 0,0 1 0,0 0 0,0 0 0,0 0 0,0 0 1,0 0-1,1 0 0,-1 0 0,0 0 0,0 0 0,0 0 1,0 0-1,0 0 0,0 1 0,0-1 0,0 0 0,1 0 1,-1 0-1,0 0 0,0 0 0,0 0 0,0 0 0,0 0 0,0 0 1,0 0-1,0 0 0,0 0 0,0 0 0,0 0 0,1 1 1,-1-1-1,0 0 0,0 0 0,0 0 0,0 0 0,0 0 0,0 0 1,0 0 26,1-12-4598,0 3 3775,4-20-679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28.08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44 3865,'6'-2'1060,"-4"1"-553,1 0 1,0 0 0,0 0 0,-1-1-1,1 1 1,-1-1 0,1 1-1,-1-1 1,1 0 0,-1 0 0,0 0-1,0 0 1,0 0 0,0-1 0,-1 1-1,1 0 1,0-1 0,-1 1-1,0-1 1,1-1-508,1 40 3777,8 26-2448,2 16-748,-11-57-477,1 0 0,1-1 0,2 1 0,0-1 1,1 0-1,0 0 0,2-1 0,0 0 0,9 12-104,-10-18 185,-7-11-120,0 0 0,0 0 0,0 0 0,0 0 0,1 0 0,-1 0 0,1 0 0,0 0 0,-1 0 0,1-1 0,0 1 0,0-1 0,0 1 0,0-1 0,0 0 0,1 1-65,-3-10 848,-5-9-6056,6 13 4052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28.81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9 5969,'-1'0'214,"1"-1"-1,0 1 1,0 0-1,0 0 1,0-1-1,0 1 1,0 0-1,0-1 1,0 1-1,0 0 1,0 0-1,0-1 1,0 1-1,0 0 1,0 0 0,1-1-1,-1 1 1,0 0-1,0 0 1,0-1-1,0 1 1,0 0-1,0 0 1,1-1-1,-1 1 1,0 0-1,0 0 1,0 0-1,1-1 1,-1 1-1,0 0 1,0 0-1,1 0 1,-1 0-1,0 0 1,0 0-1,1-1 1,-1 1-1,0 0 1,1 0-1,-1 0 1,0 0-1,0 0 1,1 0-1,-1 0 1,0 0-1,0 0 1,1 0 0,-1 0-1,0 0-213,20 13 3363,29 37-4902,-34-34 2801,24 38-979,-34-45-280,1 0 0,0 0 0,1-1 1,-1 0-1,7 6-3,4-1-81,-13-11-826,-8-10-1346,3 1 869,1-3 646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29.16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72 6 8186,'1'-3'5351,"3"1"-3389,-1 4-1665,-7 8 58,-16 29 595,1 0-1,2 2 0,-2 9-949,19-46 158,1-6-1296,6-9-2997,-7 9 3124,4-4-852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29.87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98 33 5233,'0'-8'3434,"2"-13"1044,-4 17-2554,-2 14 211,2-4-2084,1 1-1,0-1 1,0 1 0,0 0 0,1 0 0,0-1 0,1 1-1,-1 0 1,1 0 0,1-1 0,-1 1 0,1-1 0,0 1-1,3 4-50,-4-6 22,2 0-1,-1 1 0,0-1 1,1 0-1,0-1 0,1 1 0,-1 0 1,1-1-1,-1 0 0,1 0 1,1 0-1,-1 0 0,0-1 0,1 1 1,0-1-1,0 0 0,0-1 1,3 2-22,-7-4 17,1 0 1,0 0 0,0 0-1,-1 0 1,1 0 0,0 0 0,-1 0-1,1-1 1,0 1 0,-1-1 0,1 1-1,0-1 1,-1 0 0,1 0-1,-1 1 1,1-1 0,-1 0 0,1 0-1,-1-1 1,0 1 0,0 0-1,0 0 1,1-1 0,-1 1 0,0 0-1,0-1 1,-1 1 0,1-1 0,0 0-1,0 1 1,-1-1 0,1 1-1,-1-2-17,22-67-38,-20 59 65,-3-24-235,0 50 187,0-13 21,1 0 1,0-1-1,0 1 1,0 0-1,0-1 1,0 1 0,0 0-1,0 0 1,1-1-1,-1 1 1,1 0-1,-1-1 1,1 1-1,0-1 1,-1 1 0,1-1-1,0 1 1,0-1-1,1 2 0,194 304-52,-196-307 53,1 1 1,-1-1-1,0 1 0,1-1 0,-1 1 0,0-1 0,1 1 1,-1-1-1,0 1 0,0 0 0,0-1 0,0 1 0,1-1 1,-1 1-1,0 0 0,0-1 0,0 1 0,0-1 0,0 1 1,0 0-1,-1-1 0,1 1 0,0-1 0,0 1 0,0 0 0,0-1 1,-1 1-1,1-1 0,0 1 0,-1-1 0,1 1 0,0-1 1,-1 1-1,1-1 0,-1 1 0,1-1 0,-1 1-1,-27 5 99,-43-12 82,65 5-173,-22-5 5,1 0 0,-24-10-13,-48-12-1,89 26-206,1 0 0,-1 1 0,0 0 0,1 1 1,-1 0-1,0 1 0,0 0 0,-8 2 207,-4 4-1667,7 2 659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0.72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116 15 7498,'26'-12'3487,"-18"9"662,-23 19-2605,1 1-1402,0-1-1,1 2 1,0 0-1,2 0 0,0 1 1,1 1-1,1-1 1,1 2-1,1-1 1,-5 22-142,8-27 7,1 0-1,1 1 1,0-1 0,1 1 0,1 0-1,0-1 1,2 1 0,-1-1 0,2 1 0,0-1-1,1 0 1,0 0 0,1 0 0,1-1-1,0 0 1,1 1-7,0-3 57,1 0-1,0 0 1,0-1 0,1 0-1,0-1 1,1 0 0,0 0-1,1-1 1,0 0 0,0-1-1,1 0 1,0-1-1,1 0-56,4 0 593,-14-9-1035,-10-6-3655,0 2 3005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2.10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13 5761,'7'-12'6996,"-7"12"-5178,-2 19 311,2-6-1913,4 89 584,-4-94-767,1-1-1,0 0 1,1 0 0,-1 0-1,2 0 1,-1 0 0,1 0-1,0 0 1,0-1 0,1 1-1,-1-1 1,4 4-33,-5-9 9,-1 1 0,1-1-1,-1 0 1,1 0 0,-1 0 0,1 0 0,0 0 0,0 0-1,0 0 1,-1 0 0,1-1 0,0 1 0,0-1 0,0 0-1,0 1 1,0-1 0,0 0 0,0 0 0,0 0 0,0 0-1,0 0 1,0-1 0,0 1 0,0-1 0,0 1 0,-1-1-1,1 0 1,0 0 0,0 1 0,0-1 0,-1 0 0,1-1-1,-1 1 1,1 0 0,-1 0 0,1-1 0,-1 1-9,3-2-1,-1 0 0,0 0-1,0-1 1,0 1 0,0-1 0,-1 1 0,1-1 0,-1 0 0,0 0 0,0 0 0,-1 0 0,1 0 0,-1 0-1,1-1 1,-2 1 0,1-1 1,-1-154-177,52 320 44,-43-141 128,0 0 0,2-1 0,0 0 0,1 0 0,0-1 0,5 3 5,35 55 42,-52-76-39,1 1 1,-1-1 0,0 1-1,0-1 1,0 1 0,1-1-1,-1 1 1,0-1 0,0 1 0,0-1-1,0 1 1,0-1 0,0 1-1,0 0 1,0-1 0,0 1 0,0-1-1,0 1 1,0-1 0,0 1-1,0-1 1,0 1 0,-1-1-1,1 1 1,0-1 0,0 1 0,-1-1-1,1 1 1,0-1 0,-1 0-1,1 1 1,0-1 0,-1 1 0,1-1-1,-1 0 1,1 1-4,-25 8 122,-26-4 44,34-6-116,0-1 0,0-1 0,0 0-1,0-1 1,1-1 0,-8-4-50,-66-15-900,80 23-206,2 2 440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2.74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8 6 6985,'-7'-5'5127,"9"5"-3249,15 18-1141,-10-6-574,0 0 0,-1 1-1,-1 0 1,0 0 0,-1 1 0,1 1-163,-2 0 10,2-1 0,0 0 0,1 0 0,0-1 0,7 10-10,-13-22-63,1-1-1,-1 1 1,1 0-1,-1-1 1,1 1-1,-1 0 0,0 0 1,1-1-1,-1 1 1,0 0-1,1 0 1,-1-1-1,0 1 1,0 0-1,0 0 1,0 0-1,0 0 1,0-1-1,0 1 1,0 0-1,0 0 64,-8-2-425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3.07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11 5601,'13'-5'5960,"4"2"-3541,32 4-3399,-41 0 1664,21 1-613,0-2 0,0-1 0,0-1 0,4-1-71,17 5-1552,-52-2 1011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3.49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1 8426,'4'2'3385,"5"6"-2305,-2 4-72,2 10-256,0 7-224,0 6-168,-2 5-144,-2 0-168,0-1 24,2-6-72,0-5 16,2-8-16,-3-6-8,3-5 8,-7-1-64,-2-5-448,6-3-488,-2-3 608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3.86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3 7626,'1'0'196,"0"-1"0,0 1 1,0 0-1,1-1 0,-1 1 0,0 0 1,0 0-1,0-1 0,1 1 1,-1 0-1,0 0 0,0 0 1,0 1-1,1-1 0,-1 0 1,0 0-1,0 1 0,0-1 0,0 1 1,0-1-1,0 1 0,0-1 1,0 1-1,0-1 0,0 1 1,0 0-1,0 0 0,0 0 0,0-1 1,0 1-1,-1 0 0,1 0 1,0 0-1,-1 0 0,1 0 1,0 0-1,-1 1 0,1 0-196,14 52 420,-10-36 222,61 175 236,-64-187-866,0 1-1,0-1 1,1 1 0,0-1-1,0 0 1,1 0 0,0-1 0,0 1-1,0-1 1,1 0 0,0 0-1,-1 0 1,6 3-12,-11-11-4098,-2-7 2830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4.21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4217,'15'42'9475,"1"-8"-8903,1-1 0,2-1-1,3 1-571,-11-20 56,1 0-1,1-1 1,0 0 0,0-1-1,1-1 1,1 0-1,0-1 1,0 0-1,13 4-55,-6-9-1058,-16-5 628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4.54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78 0 7746,'-17'5'4230,"11"11"-2302,2 5-1568,-10 15 114,9-22-293,0-1-1,0 0 0,1 1 1,1 0-1,0 0 0,1 0 1,0 13-181,-4 5 346,5-19-349,23-21-1633,-12 1 1107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4.93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19 0 4137,'-1'4'7793,"-3"8"-3926,1 0-3761,-1 1 0,2 0 0,0 0 0,0 9-106,2-19 15,1 0-1,0 1 1,0-1 0,0 0 0,1 0-1,-1 1 1,1-1 0,-1 0 0,1-1 0,0 1-1,0 0 1,1 0 0,-1-1 0,1 0-1,-1 1 1,1-1 0,0 0 0,-1 0 0,1 0-1,0 0 1,0-1 0,1 1 0,-1-1-1,0 0 1,0 0 0,1 0 0,-1 0-1,1-1 1,-1 0 0,0 1 0,1-1 0,-1 0-1,3-1-14,1 2-153,1-1-1,-1-1 0,0 1 1,1-1-1,-1-1 0,0 1 1,0-1-1,0 0 0,0-1 1,0 0-1,0 0 0,-1 0 0,1-1 1,-1 0-1,3-3 154,-4 1-640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5.27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21 0 6833,'0'9'4164,"-9"13"-3210,5-12-321,2 1-516,0 0-1,0 0 1,1 0 0,1 0-1,0 1 1,0-1 0,1 0-1,1 0 1,0 0 0,0 0-1,1 0 1,1 0 0,0 0-1,0-1 1,1 0-1,0 0 1,3 4-117,-7-13 19,-1 0 1,1 1-1,0-1 0,0 0 1,0 0-1,0 0 0,0 0 0,0 0 1,1 0-1,-1-1 0,0 1 1,0 0-1,1-1 0,-1 1 0,0 0 1,1-1-1,-1 0 0,1 1-19,-1-1-44,0 0 1,-1 0-1,1 0 0,-1 0 0,1-1 0,0 1 0,-1 0 1,1 0-1,0 0 0,-1-1 0,1 1 0,-1 0 0,1-1 0,-1 1 1,1 0-1,-1-1 0,1 1 0,-1-1 0,1 1 0,-1-1 1,0 1-1,1-1 0,-1 1 0,0-1 0,1 1 0,-1-1 0,0 1 1,0-1-1,1 0 0,-1 1 0,0-1 0,0 0 0,0 1 1,0-1-1,0 1 0,0-1 0,0 0 0,0 0 44,-3-8-637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2:55:36.04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33 44 4961,'-7'-12'4525,"6"10"-4123,0-1-1,0 1 1,0 0 0,-1-1 0,1 1 0,-1 0-1,0 0 1,1 0 0,-1 0 0,0 0 0,0 0 0,0 1-1,0-1 1,-2 0-402,13 24 1028,2-7-787,0 0 0,2-1 0,0 0-1,0-1 1,1-1 0,0 0-1,1-1 1,1-1 0,7 4-241,42 32 283,-32-18-232,-1 0 0,-2 3-1,-1 0 1,-1 2 0,-2 1-1,15 25-50,-1 8 18,-2 2-1,-4 1 0,5 20-17,-34-77 71,-1 0-1,-1 0 1,0 0 0,0 0-1,0 10-70,-3-20 120,1 1 1,-1-1-1,0 1 0,0 0 0,0-1 0,0 1 0,0 0 1,-1-1-1,0 1 0,0 0 0,0-1 0,0 1 0,0-1 1,-1 0-1,1 1 0,-1-1 0,0 0 0,0 0 1,0 0-1,-1 0 0,1-1 0,-2 2-120,-43 7 1138,36-8-5271,11-3 5672,0 0-780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39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78 4441,'20'-37'6658,"-19"33"-6089,0 0-1,1 0 1,0 0 0,-1 1 0,1-1-1,1 1 1,-1-1 0,0 1 0,1 0-1,1-2-568,-10 11 561,-5 2-278,1 1 1,0 1-1,1 0 1,0 0-1,0 1 0,1 0 1,1 0-1,0 1 1,-1 3-284,0 5 51,0 0 0,2 0 0,1 0 1,0 1-1,1 0 0,1 0 0,2 1 1,0-1-1,1 0 0,1 0 0,0 1 1,2-1-1,1 0 0,5 15-51,-8-31 15,1 0 0,1 0 0,-1-1 0,0 1 0,1-1 0,0 1 0,0-1 0,1 0 0,-1 0 0,1 0 0,0-1 0,0 1 0,0-1 0,0 0 0,0 0-1,1-1 1,-1 1 0,1-1 0,0 0 0,0 0 0,0-1 0,0 1 0,0-1 0,0 0 0,1 0-15,0 0 16,0-1-1,1 1 1,-1-1 0,1 0-1,-1-1 1,1 0 0,-1 0-1,1 0 1,-1-1-1,0 0 1,0 0 0,0 0-1,0-1 1,0 0 0,0 0-1,-1-1 1,1 1 0,-1-1-1,0 0 1,0-1-16,-4 4 5,0 0 0,0 0 1,0 0-1,0 0 0,-1 0 0,1 0 1,0 0-1,-1 0 0,1 0 1,-1 0-1,1-1 0,-1 1 0,1 0 1,-1 0-1,0 0 0,0-1 0,1 1 1,-1 0-1,0 0 0,0-1 0,0 1 1,-1 0-1,1 0 0,0-1 1,0 1-1,-1 0 0,1 0 0,-1-1-5,-1-1-1,0-1-1,0 1 0,0 0 1,0 1-1,-1-1 1,1 0-1,-1 1 0,0-1 1,0 1-1,-2-2 2,-4-2-28,1 1-1,-2 0 1,1 0-1,0 1 1,-1 0-1,0 1 1,-5-2 28,8 4-78,-1 0 1,0 0 0,0 1-1,0 0 1,0 1 0,0 0-1,0 0 1,-6 1 77,9 0-422,0-1 1,0 1 0,-1 0-1,1 1 1,0-1-1,1 1 1,-1 0 0,0 0 421,-2 3-840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39.6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10738,'10'10'6121,"7"20"-6156,-12-21 505,1 3-439,2-1 0,-1-1 0,1 1 0,1-1-1,0-1 1,1 1 0,-1-2 0,2 1-1,-1-1 1,1-1 0,0 0 0,12 5-31,-13-7-463,1-1 1,0-1 0,-1 0 0,2 0-1,-1-1 1,1 0 462,-8-1-903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0.0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 8970,'-5'17'6972,"2"-3"-6872,1 0-1,0 0 1,0 0-1,2 1 1,0 9-100,-3 35 301,10-54-1808,-7-6 996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0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9 7001,'-3'-6'4249,"3"6"-4164,0 0-1,0 0 1,-1-1 0,1 1-1,0 0 1,0 0-1,0 0 1,0 0-1,0 0 1,-1-1-1,1 1 1,0 0-1,0 0 1,0 0-1,0 0 1,-1 0-1,1 0 1,0 0-1,0 0 1,0 0-1,0 0 1,-1 0-1,1 0 1,0 0-1,0 0 1,0 0-1,-1 0 1,1 0-1,0 0 1,0 0-1,0 0 1,-1 0 0,1 0-1,0 0 1,0 0-1,0 0 1,0 0-1,-1 1 1,1-1-1,0 0 1,0 0-1,0 0 1,0 0-1,0 0 1,-1 0-1,1 1 1,0-1-1,0 0 1,0 0-1,0 0 1,0 0-1,0 1 1,0-1-1,0 0 1,0 0-1,0 0 1,0 1-85,-9 3 210,1 2-110,0-1 1,1 2-1,-1-1 0,1 1 1,1 0-1,-1 0 0,1 1 1,0 0-1,1 0 0,0 0 1,0 1-1,1 0 0,0 0 1,0 0-1,1 0 0,0 0 1,1 1-1,-1 8-100,-3 16 171,3 1 0,1 0 0,1 0 0,2 0 1,1 0-1,3 9-171,-2-29 125,0-1 0,0 0 1,1 0-1,1 0 1,0 0-1,1 0 0,1-1 1,0 0-1,0-1 0,1 1 1,8 8-126,-9-13-2,1 0 0,-1 0 0,1 0 1,1-1-1,-1 0 0,1-1 0,0 0 1,1 0-1,0-1 0,0 0 0,0-1 1,0 0-1,0 0 0,1-2 0,0 1 1,2 0 1,18-5-3638,-16-3 2241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1.4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1 156 7034,'-1'-23'7063,"1"-7"-3480,1 25-3632,-1 1-1,1 0 0,0 0 0,0 0 0,0 0 1,1 0-1,0 0 0,-1 0 0,1 0 0,1 1 1,-1-1-1,0 1 0,1-1 0,0 1 0,0 0 1,2-1 49,-3 0 10,1 1 0,0 0 1,1 0-1,-1 0 1,0 1-1,1-1 0,0 1 1,-1 0-1,1 0 0,0 0 1,0 0-1,0 1 1,0-1-1,0 1 0,1 0 1,-1 1-1,0-1 0,1 1 1,-1-1-1,0 1 1,1 1-1,-1-1 0,0 1 1,1-1-1,-1 1 0,0 0 1,0 1-1,0-1 1,0 1-1,0 0 0,0 0 1,0 0-1,-1 0 1,1 1-1,-1-1 0,1 1 1,-1 0-1,0 0 0,1 1-10,3 3 43,0 1 0,0 0 0,-1 0 0,0 1 0,-1-1 0,0 1 0,0 0 0,0 1 0,-1-1 0,-1 1 0,0 0 0,0 0 0,-1 0 0,0 0 0,-1 0 0,0 4-43,-1 1 31,-1 1 1,-1 0-1,0-1 0,-2 0 1,1 1-1,-2-1 1,0-1-1,-1 1 0,-5 9-31,9-20 50,0 0-1,0 0 0,0 0 0,-1 0 1,1-1-1,-1 1 0,0-1 0,0 0 1,-1 1-1,1-2 0,-1 1 0,1 0 0,-1-1 1,0 1-1,0-1 0,0 0 0,0 0 1,0-1-1,-1 1 0,1-1 0,0 0 1,-1 0-1,1-1 0,-1 1 0,1-1 0,-1 0 1,1 0-1,-1 0 0,1-1 0,-1 0 1,1 0-1,0 0 0,-1 0 0,1 0 1,-3-2-50,6 2 18,0 1 0,0 0 0,1-1 0,-1 1 0,0-1 0,1 1 0,-1-1 0,0 1 0,1-1 0,-1 1 0,0-1 0,1 0 0,-1 1 0,1-1 0,-1 0 0,1 0 0,0 1 0,-1-1 0,1 0 0,0 0 0,-1 1 1,1-1-1,0 0 0,0 0 0,0 0 0,0 0 0,0 1 0,0-1 0,0 0 0,0 0 0,0 0-18,0-2 7,1-1 1,0 1-1,0 0 0,0 0 0,0 0 1,1 0-1,-1 0 0,1 0 1,1-2-8,0 0-14,0 0 0,1 1 0,-1-1 1,1 1-1,1-1 0,-1 1 0,0 0 0,1 1 1,0-1-1,0 1 0,2-1 14,1 2-5,1 0 0,-1 1 0,1 0-1,0 1 1,0-1 0,0 2 0,-1-1 0,1 1-1,0 1 1,-1-1 0,1 1 0,-1 1 0,1 0 0,-1 0-1,2 2 6,21 9-12,-1 1-1,-1 1 0,7 7 13,-31-19-97,22 12 126,-26-15-115,-1-1 1,1 0-1,-1 1 0,1-1 1,-1 0-1,1 0 1,0 1-1,-1-1 1,1 0-1,-1 0 0,1 0 1,0 0-1,-1 1 1,1-1-1,-1 0 0,1 0 1,0 0-1,-1-1 1,1 1-1,-1 0 1,1 0-1,0 0 0,-1 0 1,1 0-1,-1-1 1,1 1-1,0 0 1,-1 0-1,1-1 0,-1 1 1,1-1-1,-1 1 1,0 0-1,1-1 0,-1 1 1,1-1-1,-1 1 1,0-1-1,1 1 1,-1-1 85,-2-4-773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1.8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9634,'5'1'3825,"5"6"-2409,0 5-368,11 11-183,2 3-65,2 1-256,4-2-48,-8-4-184,-3-3-128,-1-4-48,-3-1-56,-1-6-64,2-1 32,-4-3-512,-2-1-432,-5-2-809,-3-3 937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2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 0 6473,'-11'20'7371,"2"20"-6258,5-19-424,-20 93 557,22-106-992,4-8-477,7-13-1614,-7 11 1342,2-6-333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2.5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9362,'0'0'212,"1"0"1,0 0-1,-1 0 1,1 1-1,-1-1 1,1 0-1,-1 0 1,1 0-1,-1 0 1,1 1-1,-1-1 0,1 0 1,-1 0-1,1 1 1,-1-1-1,1 0 1,-1 1-1,1-1 1,-1 1-1,0-1 1,1 1-1,-1-1 0,0 1 1,1-1-1,-1 1 1,0-1-1,0 1 1,1-1-1,-1 1 1,0-1-1,0 1 1,0-1-1,0 1 0,0-1 1,0 1-1,0 0 1,0-1-1,0 1 1,0-1-1,0 1 1,0-1-1,0 1 0,0 0 1,-1-1-213,-1 47 399,0-1-493,3-45 109,0 1 0,-1-1 0,1 0 0,0 0-1,0 1 1,0-1 0,0 0 0,0 0 0,0 0 0,0 0 0,1 0 0,-1 0 0,0-1 0,0 1 0,1 0 0,-1-1 0,1 1 0,-1 0 0,1-1 0,-1 0 0,0 1 0,1-1 0,-1 0-1,1 0 1,-1 0 0,1 0 0,0 0 0,-1 0 0,1 0 0,-1-1 0,2 1-15,60-15-473,-32 7-1496,-24 7 572,-5-1 553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2.8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2 9610,'-2'-1'3689,"4"5"-2609,1 7-168,0 3-208,3 7-63,2 5-225,-1 3-64,3 3-120,-6-7-80,-4-4-32,1-4-48,-4-4-48,8-3-32,2-3-824,-2-3-593,3 1 857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3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7986,'2'10'7656,"7"26"-6591,-2-10-996,-1 0 221,2 0 1,9 23-291,-2-10 216,-15-39-285,0 0 1,0 0-1,-1 0 0,1 0 1,0-1-1,0 1 0,-1 0 1,1 0-1,0 0 0,0 0 0,-1 0 1,1 0-1,0 0 0,0 0 1,0 0-1,-1 1 0,1-1 1,0 0-1,0 0 0,0 0 1,-1 0-1,1 0 0,0 0 0,0 0 1,0 0-1,-1 1 0,1-1 1,0 0-1,0 0 0,0 0 1,0 0-1,-1 1 0,1-1 0,0 0 1,0 0-1,0 0 0,0 1 1,0-1-1,0 0 0,0 0 1,0 0-1,0 1 0,0-1 1,0 0-1,-1 0 0,1 1 0,0-1 1,1 0-1,-1 0 0,0 0 1,0 1 68,-12-7-667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3.5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43 7282,'-5'-11'3160,"4"9"-1687,-2 0-153,7 1-456,0-1-160,3 0-240,5-1-96,-3-3-88,12 3-56,0 0-96,1 2-96,7 1-88,-7-2-176,-2 0-832,-2 0 752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3.9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23 6017,'7'-12'7959,"11"5"-6101,17 3-1871,-12 4 102,-1 2 0,0 0-1,1 1 1,11 4-89,-24-5 17,0 0-1,0 1 0,-1 1 0,1 0 0,-1 0 0,0 1 1,-1 0-1,1 0 0,-1 1 0,0 0 0,3 3-16,-9-8 15,-1 1-1,0-1 1,0 0 0,0 0-1,0 0 1,-1 1-1,1-1 1,0 0 0,0 1-1,-1-1 1,1 0-1,-1 1 1,1-1 0,-1 1-1,0-1 1,1 1-1,-1-1 1,0 1 0,0-1-1,0 1 1,0-1-1,-1 1 1,1-1 0,0 1-1,0-1 1,-1 1-1,1-1 1,-1 1 0,0-1-1,1 0 1,-1 1-1,0-1 1,0 0 0,0 1-1,0-1 1,0 0-1,0 0 1,0 0 0,0 0-1,0 0 1,0 0-1,-1 0 1,1 0 0,-1-1-15,-8 7 112,0 0 0,-1-1 0,0 0 0,-1-1 0,-1 0-112,5-1 1,25 6-30,-1 1-1,0 1 0,0 0 1,9 11 29,15 15 9,18 20 6,-53-53-14,-1 0 0,0 1 1,0-1-1,0 1 0,-1 0 1,0 0-1,0 0 0,0 1 1,1 4-2,-5-10 5,1 0 0,0 1 0,0-1 0,-1 0 0,1 0 1,-1 0-1,1 0 0,-1 0 0,0 0 0,1 0 0,-1 0 1,0 0-1,0-1 0,1 1 0,-1 0 0,0 0 0,0-1 0,0 1 1,0 0-1,0-1 0,0 1 0,0-1 0,0 1 0,0-1 0,0 0 1,0 1-1,0-1 0,-1 0 0,1 0 0,0 0 0,0 0 1,0 0-1,0 0 0,-1 0 0,1 0-5,-45 2 137,44-2-136,-19-2 10,0-1-1,-1-1 1,1 0-1,1-2 1,-1-1-1,1 0 1,-9-6-11,-9-14-2853,43 24 2113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4.2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 9634,'0'0'146,"0"-1"0,0 1 1,0 0-1,0 0 0,0-1 0,0 1 0,0 0 1,0 0-1,1-1 0,-1 1 0,0 0 0,0 0 1,0 0-1,0-1 0,1 1 0,-1 0 0,0 0 0,0 0 1,0 0-1,1 0 0,-1 0 0,0-1 0,0 1 1,1 0-1,-1 0 0,0 0 0,0 0 0,1 0 1,-1 0-1,0 0 0,0 0 0,1 0 0,-1 0 1,0 0-1,0 0 0,1 0 0,-1 0 0,0 0 0,0 0 1,1 1-1,-1-1 0,0 0 0,0 0-146,13 11 1355,6 17-1440,5 17 385,-9-16-237,0-1 0,2-1-1,1-1 1,6 6-63,-20-28-15,-1-1 1,1 0-1,0 0 0,0 0 1,0 0-1,0-1 0,0 0 1,1 0-1,1 1 15,25 4-5493,-26-7 3603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4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2 7938,'-2'-2'3384,"2"6"-1863,-6 9-441,3 11-344,-4 7-152,-4 5-264,-2 0-56,-2-6-168,4-2-88,5-9 24,2-7-8,1-9-80,-1 1-32,6-3-1008,-2 1 784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4.9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 6481,'0'0'3617,"1"-1"-416,-4 2-1705,3-1-488,0 0-255,4 15-113,7 23-8,-5-8-280,6 0-24,-6 3-192,5-5-48,1-9-24,-4-3-64,4-6-112,-7-5-392,2-5-576,-4 1-281,-9-5 737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5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 8218,'-4'2'3569,"2"1"-1801,2-1-608,1 3-56,9-1-87,8-5-145,2 2-280,11-2-160,3-1-272,-2 2-8,2-3-128,-2 0-16,-6 2-144,-5-1-320,-4 2-728,-11 0-425,-3 0 913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6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41 8050,'0'-1'263,"0"1"0,0-1 0,-1 0 0,1 1 0,0-1 0,-1 0 1,1 1-1,0-1 0,-1 1 0,1-1 0,-1 1 0,1-1 0,-1 1 1,1-1-1,-1 1 0,1-1 0,-1 1 0,0-1 0,1 1 0,-1 0 0,1-1 1,-1 1-1,0 0 0,0 0-263,-7-7 1338,25-1-1147,-2 4-70,1 1 1,0 0-1,0 1 0,0 1 1,0 0-1,0 1 1,2 1-122,-13 0 57,0-1 0,0 1 1,0 0-1,0 1 1,0-1-1,0 1 1,0 0-1,-1 0 1,1 1-1,-1-1 1,3 3-58,-5-4 17,0 1 1,0 1 0,0-1 0,0 0 0,0 0 0,0 1 0,-1-1 0,1 1-1,-1-1 1,0 1 0,0 0 0,0 0 0,0-1 0,0 1 0,0 0 0,-1 0 0,1 0-1,-1 0 1,0 0 0,0 2-18,-1-3 16,1 1 0,-1-1 0,1 0 0,-1 0 0,0 1 0,0-1 0,0 0 0,0 0 0,0 0 0,-1 0 0,1 0 0,0 0 0,-1 0 0,0 0 0,1-1 0,-1 1 0,0-1 0,0 1 0,0-1 0,0 0-1,0 1 1,0-1 0,-2 0-16,-52 20 237,61-21-247,0 0-1,0 0 1,0 1-1,1-1 0,-1 1 1,0 0-1,0 1 1,0-1-1,0 1 1,0 0-1,-1 0 0,5 3 11,58 33-114,5 18-135,-65-50 190,-1 0 0,1 0 0,-1 1 0,-1 0 0,1 0 0,-1 1 1,0-1-1,2 7 59,-6-13-14,-1 1-1,1-1 1,-1 1 0,1-1 0,-1 1 0,0-1-1,1 1 1,-1-1 0,0 1 0,0 0 0,0-1-1,0 1 1,0-1 0,-1 1 0,1-1 0,0 1-1,-1-1 1,1 1 0,-1-1 0,1 1 0,-1-1-1,0 1 1,0-1 0,0 1 14,-2 1-5,1-1 0,0 0 1,-1 0-1,1 0 0,-1 0 0,0 0 0,0 0 0,0-1 0,0 1 1,0-1-1,-3 1 5,-2 1 38,0-1 0,0 0 1,-1-1-1,1 0 0,0 0 0,-1-1 1,1 0-1,-1 0 0,-2-1-38,-18-5-46,0-2 0,0-1 0,1-1-1,0-1 1,1-1 0,-7-6 46,27 11-1036,5 1 418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3:47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43 4921,'6'-26'3300,"-6"9"1740,0 18-4981,0 0 0,-1 0 0,1 0-1,0-1 1,-1 1 0,1 0 0,0 0-1,0 0 1,0 0 0,0 0 0,0 0-1,0-1 1,0 1 0,0 0 0,0 0-1,0 0 1,0 0 0,1 0-1,-1 0 1,0-1 0,1 1 0,-1 0-1,0 0 1,1-1 0,-1 1-59,13 21 577,-11-20-441,8 10 126,1 0-1,1-2 0,0 1 0,0-1 0,1-1 1,0 0-1,1-1 0,0-1 0,10 5-261,31 18 478,-4 2-136,-1 2 1,-2 2-1,-2 2 1,39 41-343,-70-64 82,0 1 1,-2 0-1,0 1 0,-1 1 1,0 0-1,-1 0 1,-2 1-1,0 1 0,-1-1 1,0 2-1,-2-1 1,0 1-1,-2 0 0,0 0 1,-1 10-83,-2-24 150,-1 1-1,-1 0 1,0-1 0,0 1 0,0 0 0,-1-1-1,0 1 1,-1-1 0,1 0 0,-1 0 0,-1 0-1,0 0 1,0 0 0,-4 5-150,-7 6 659,0-1 0,-2-1 0,0 0-1,-6 4-658,8-8 301,-17 7 112,17-10-173,13-8-37,6-1 88,-1-3-325,-5 2-9120,7 1 7583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3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80 2881,'6'-5'230,"-3"3"236,0 0 0,-1-1-1,1 1 1,0-1 0,-1 1 0,1-1 0,-1 0 0,0 0-1,0 0 1,0 0 0,0-1 0,-1 1 0,1 0 0,-1-1-1,0 1 1,0-1 0,0 1 0,0-2-466,1-11 3021,-1 16-2726,-1 0 0,0 0-1,0 0 1,0 0 0,0 0 0,0 0-1,0 0 1,0 1 0,0-1 0,1 0 0,-1 0-1,0 0 1,0 0 0,0 0 0,0 0-1,0 0 1,0 0 0,1 0-295,-3 29 250,2 0 1,1 0-1,4 20-250,-3-37 25,0 1 0,1-1 0,0 0 0,1 0 0,0 0 0,1 0 0,1-1 0,0 0 0,0 0 0,1 0-25,-6-9 16,1 1-1,-1-1 1,1 0-1,0 0 1,-1 0-1,1-1 1,0 1-1,0 0 1,0-1-1,0 1 1,0-1-1,1 1 1,-1-1-1,0 0 1,1 0-1,-1 0 1,1-1-1,-1 1 1,1 0-1,-1-1 0,1 0 1,-1 1-1,1-1 1,-1 0-1,1 0 1,0-1-1,-1 1 1,1 0-1,-1-1 1,1 0-1,-1 1 1,1-1-1,-1 0 1,0 0-1,1-1 1,-1 1-1,0 0 1,0-1-1,1 0-15,3-3 26,0 0 0,0-1 1,0 0-1,-1 0 0,0 0 0,0-1 0,-1 1 0,0-1 1,0 0-1,0-1 0,-1 1 0,1-3-26,3-15-26,0 0-1,-2-1 1,-1 0 0,0-9 26,33 63-308,-18-11 304,-2 1 1,0 1 0,0 0-1,-2 1 1,-1 0 0,0 2-1,5 11 4,10 27 1,-2 1-1,2 15 0,-29-75 6,1 0-1,-1-1 1,1 1-1,-1 0 1,0 0 0,0-1-1,1 1 1,-1 0-1,0 0 1,0-1 0,0 1-1,0 0 1,0 0 0,0 0-1,0-1 1,0 1-1,0 0 1,0 0 0,0 0-1,-1-1 1,1 1 0,0 0-1,-1 0 1,1-1-1,0 1 1,-1 0 0,1-1-1,-1 1 1,1 0-1,-1-1-5,0 1 10,-1 0 0,1-1 0,0 0 0,-1 1-1,1-1 1,-1 0 0,1 0 0,-1 0-1,1 0 1,-1 0 0,1 0 0,-1 0 0,1 0-1,-1 0 1,0-1-10,-61-22 241,56 20-198,-55-20 643,0 3 1,-18-1-687,62 14 395,16 0-1263,24-4-3019,-11 7 2102,7-4 343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5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46 5881,'40'-45'9637,"-39"46"-9517,0 0-1,0 0 1,0 0 0,0 0-1,0 0 1,-1 0 0,1 1-1,0-1 1,-1 0 0,1 1-1,-1-1 1,1 0 0,-1 1-1,0-1 1,1 1 0,-1-1-1,0 0 1,0 1 0,0 0-120,0 47 149,0-36-252,-1 1 0,1 0-1,1 0 1,1-1 0,0 1 0,1-1-1,0 3 104,3-11-1134,-4-5-2738,-8-4 2358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5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58 6993,'0'-1'3225,"1"-2"-1472,1 0-817,1 1-232,2 0-304,1 0-40,16-2-168,18-2-88,-16 3-24,2 1-80,-13-4-8,7 3-24,-4 0-216,7 0-120,-6 3-576,-3-7-1289,-1 0 1505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5.9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 7858,'4'5'6498,"-4"10"-4074,-3 24-3150,1-21 1402,1-3-538,0-14-120,1 0 0,0 0 0,-1-1 0,1 1 0,0 0-1,0 0 1,-1 0 0,1-1 0,0 1 0,0 0 0,0 0 0,0 0 0,0 0-1,0-1 1,0 1 0,1 0 0,-1 0 0,0 0 0,0 0 0,1-1-1,-1 1 1,0 0 0,1 0 0,-1-1 0,0 1 0,1 0 0,-1-1 0,1 1-1,0 0 1,-1-1 0,1 1 0,-1-1 0,1 1 0,0-1 0,0 1 0,-1-1-1,1 1 1,0-1 0,0 0 0,-1 1 0,1-1 0,0 0 0,0 0-1,0 0 1,0 0 0,-1 0 0,1 1 0,0-1 0,0-1 0,0 1 0,0 0-1,-1 0 1,1 0 0,0 0 0,0-1 0,0 1 0,-1 0 0,1-1-1,0 1-17,93-24 589,-47 20-406,-45 4-316,0 0-1,1 0 0,-1 0 0,0 0 1,0 0-1,1 0 0,-1 1 1,0-1-1,0 1 0,1-1 0,-1 1 1,0 0-1,0 0 0,0 0 1,0 0-1,0 0 0,0 0 0,0 1 134,0-2-1349,-2-1 566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6.3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9066,'2'10'5785,"7"21"-3864,0 2-1399,-3 14 177,-5-37-622,0 0 0,0 1 0,0-1 1,1 0-1,1 0 0,0 0 1,0 0-1,1 0 0,0-1 0,1 0 1,0 0-1,4 5-77,-2-6 76,-1 0 14,0-1-1,0 0 1,1 0 0,0-1 0,0 1 0,1-2 0,0 1 0,0-1-90,-9-6-163,0-1-1,0 0 1,0 0-1,0 0 1,0 0 0,0 0-1,1 0 1,-1 0 0,1 0-1,-1 0 1,1 0 0,0 0-1,-1 0 1,1 0 0,0 0-1,1-1 164,1-44-5765,-1 25 4119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6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 5281,'0'0'300,"0"0"-1,0-1 1,1 1-1,-1 0 1,0-1-1,0 1 1,0 0-1,1 0 1,-1-1-1,0 1 1,0 0-1,1 0 1,-1 0-1,0-1 1,0 1-1,1 0 1,-1 0 0,0 0-1,1 0 1,-1 0-1,0-1 1,1 1-1,-1 0 1,0 0-1,1 0 1,-1 0-1,0 0 1,1 0-1,-1 0 1,0 0-1,1 0 1,-1 0-1,0 0 1,1 1-1,-1-1 1,0 0-1,1 0-299,13 11 2949,13 24-4731,-23-29 2877,46 55 169,44 43-1264,-52-60 158,-1 3 1,-3 1-1,0 3-158,-27-33 19,0 0 0,-1 1 1,-1 1-1,0-1 0,-2 1 0,0 1 1,-2-1-1,0 1 0,-1 0 0,0 16-19,-3-34-119,-1 0 0,0 0 0,0 0 0,0-1 0,-1 1 0,1 0 0,-1 0 0,1-1 0,-1 1-1,0 0 1,0-1 0,0 1 0,-1-1 0,1 1 0,0-1 0,-1 0 0,0 1 0,1-1 0,-1 0-1,0 0 1,0 0 0,0 0 0,-1-1 0,1 1 0,0-1 0,-1 1 0,1-1 0,-1 0 0,1 0 0,-1 0-1,1 0 1,-1 0 0,-2 0 119,-11-1-927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7.1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1 111 1768,'0'0'2,"12"-8"1391,-1-1 0,0 1 0,0-2 0,-1 0 0,4-5-1393,-5 8 830,1 0-1,-1 1 1,1 0-1,0 1 1,0 0-1,1 0 1,-1 1-1,10-2-829,-20 7 44,1 1 0,0-1 0,-1 0 0,1 0 0,-1 0 0,0 0 0,1 0 0,-1 0 0,0 1 0,0-1 0,0 0 0,0 0 0,0 0-1,0 0 1,0 1 0,0-1 0,0 0 0,0 0 0,-1 0 0,1 1-44,-7 19 299,-1 0 0,-1 0 0,-2 3-299,-21 51 379,21-42-291,2 0-1,1 1 1,2 0-1,1 1 1,2-1-1,0 35-87,4-54 17,0-1 0,0 1 0,2-1 0,0 1 0,0-1 0,1 0-1,1 0 1,0 0 0,1-1 0,1 0 0,0 0 0,0 0 0,2-1 0,-1 0 0,2-1 0,-1 0 0,8 6-17,-4-5-213,1 0 1,0-1-1,1 0 1,0-2-1,1 1 1,-1-2 0,14 5 212,30 5-521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7.8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31 6993,'1'-1'417,"1"0"-1,-1-1 0,0 0 0,0 1 1,0-1-1,0 0 0,0 1 0,0-1 0,-1 0 1,1 0-1,0 0 0,-1 0 0,0 0 1,1 1-1,-1-1 0,0-1-416,-9 4 1723,-12 18-1566,6-1-23,2 2 0,0-1 0,0 2 0,2 0 0,1 0 1,0 1-1,2 0 0,1 1 0,0-1 0,2 2 0,0-1 1,2 0-1,0 1 0,2 0 0,1 6-134,2-18 32,0 1-1,1-1 1,0 1 0,1-1-1,0 0 1,1-1 0,1 1-1,0-1 1,0 0 0,1 0-1,0-1 1,9 9-32,-12-15-65,0-1 0,0 0 0,0 0 0,1 0 0,-1 0 0,1-1 0,0 0 0,0 0 0,0 0 0,0 0 0,0-1 0,0 0 0,0 0-1,0 0 1,0-1 0,1 0 0,-1 0 0,4 0 65,-11-3-1547,3-5 583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8.4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0 8218,'-1'2'3559,"-2"20"1005,1-15-4581,1-1 0,1 1 1,-1 0-1,1-1 0,0 1 1,1 0-1,-1-1 0,1 1 1,1 0-1,0 0 17,-1-4 62,1-1-1,0 1 1,0-1-1,1 0 1,-1 0-1,0 0 1,1 0 0,-1 0-1,1 0 1,0-1-1,-1 1 1,1-1-1,0 0 1,0 1 0,0-2-1,0 1 1,0 0-1,0 0 1,0-1-1,0 0 1,0 0-1,0 0 1,1 0 0,-1 0-1,2-1-61,-1 1 53,0-1 1,0 1-1,-1-1 0,1 0 0,-1 0 0,1 0 1,-1-1-1,1 1 0,-1-1 0,0 0 1,0 0-1,1 0 0,-1 0 0,-1 0 0,1-1 1,0 0-1,-1 1 0,1-1 0,-1 0 0,0 0 1,1-2-54,-1 0 3,0-1 0,0 1 0,-1-1 0,0 1 1,0-1-1,0 1 0,-1-1 0,0 0 0,0 1 0,-1-1 1,1 0-4,-1-4-29,1 10 26,0-1 0,0 1 1,0 0-1,0-1 0,0 1 0,0 0 0,0 0 0,0-1 0,0 1 0,0 0 0,0-1 0,0 1 0,0 0 0,0-1 0,0 1 0,0 0 0,0 0 0,0-1 1,1 1-1,-1 0 0,0 0 0,0-1 0,0 1 0,0 0 0,1 0 0,-1-1 0,0 1 0,0 0 0,1 0 0,-1 0 0,0-1 0,0 1 0,1 0 0,-1 0 1,0 0-1,0 0 0,1 0 0,-1 0 0,0 0 0,1-1 0,-1 1 0,0 0 0,1 0 0,-1 0 0,0 0 3,18 8-99,12 18 41,-13-6 60,0 1 1,-1 1-1,-1 1 0,-1 0 0,4 10-2,53 124-10,-69-152 12,-1-3 16,0 0 0,0 0 0,0-1 0,0 1 0,0 0 0,-1 0 0,1 0 0,0 0 0,-1 0 0,0 0 0,1 0 0,-1 0 0,0 0 0,0 0 0,0 0 0,-1 0 0,1 0 0,0 0 0,-1 0 0,1 0 0,-1 0 0,0 0 0,1-1 0,-1 1 0,0 0 0,0 0 0,0-1 0,-1 1 1,1 0-1,0-1-18,-2 1 62,0-1 0,0 0 1,0 0-1,0 0 0,-1 0 1,1 0-1,0 0 0,0-1 1,-1 0-1,1 0 0,0 0 1,0 0-1,-1 0 0,1 0 1,0-1-1,0 0 0,-1 0 1,1 0-63,-24-7 56,0-2 1,1-1 0,0-1 0,1-1-1,0-1 1,-20-16-57,33 22 6,-3 1-46,1 0-538,15 7 509,-1 0 0,0-1 0,0 1 0,0-1 0,0 1 0,0 0 0,1-1 0,-1 1 0,0 0 0,0-1 0,1 1 0,-1 0-1,0 0 1,0-1 0,1 1 0,-1 0 0,0 0 0,1-1 0,-1 1 0,0 0 0,1 0 0,-1 0 0,0-1 0,1 1 0,-1 0-1,1 0 1,-1 0 0,0 0 0,1 0 0,-1 0 0,1 0 0,-1 0 0,0 0 0,1 0 0,-1 0 0,1 0 69,17-4-1629,2-1 701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8.7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39 7170,'14'-3'3080,"-12"6"-1447,-2 3-305,7-6-168,-2 1-128,4-1-240,13-4-167,-9 2-177,11-4-104,0 1-200,2-1-48,-11 2-64,8 3-32,1-2-136,-8-2-240,8 3-617,-14-2-255,-5 0 704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9.1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8898,'0'0'137,"0"0"0,0 0 0,0 0 0,0-1 1,0 1-1,0 0 0,0 0 0,0 0 0,0 0 0,0-1 0,0 1 0,0 0 1,0 0-1,1 0 0,-1 0 0,0 0 0,0-1 0,0 1 0,0 0 1,0 0-1,0 0 0,1 0 0,-1 0 0,0 0 0,0 0 0,0 0 0,0-1 1,1 1-1,-1 0 0,0 0 0,0 0 0,0 0 0,0 0 0,1 0 1,-1 0-1,0 0 0,0 0 0,0 0 0,1 0 0,-1 0 0,0 0 0,0 0 1,0 0-1,0 1 0,1-1 0,-1 0 0,0 0 0,0 0 0,0 0 0,0 0 1,1 0-1,-1 0 0,0 0 0,0 1 0,0-1 0,0 0 0,0 0 1,0 0-1,0 0 0,1 1 0,-1-1-137,7 19 1454,-1 29-1994,-6-47 568,0 0 0,-1 0 0,1 0 0,0 0 0,0 1 0,0-1 1,0 0-1,1 0 0,-1 0 0,0 0 0,0 1 0,1-1 0,-1 0 0,1 0 0,-1 0 0,1 0 0,-1 0 0,1 0 0,0 0 0,0 0 0,-1 0 0,1 0 0,0 0 0,0-1 0,0 1 0,0 0 0,0-1 0,0 1 0,0 0 0,0-1 0,0 1 1,0-1-1,0 1 0,0-1 0,0 0 0,1 0 0,-1 1 0,0-1 0,0 0 0,0 0 0,0 0 0,1 0 0,-1 0 0,0-1 0,1 1-28,10-1 88,0-1 1,0-1-1,-1 0 0,12-4-88,14-3-2,7 4-72,49-4-511,-36 15-3232,-46-3 2138,-9-7 815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9.4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9746,'0'7'1007,"1"1"0,-1-1 0,1 0 1,1-1-1,-1 1 0,2 3-1007,29 54 1858,0-2-1209,-25-39-484,6 19 39,-12-41-198,-1 0-1,0 0 1,1 0 0,-1 0-1,1 0 1,0 0 0,-1 0-1,1 0 1,0 0-1,-1 0 1,1 0 0,0 0-1,0 0 1,0-1 0,0 1-1,0 0 1,0-1 0,0 1-1,0 0 1,0-1-1,0 0 1,0 1 0,0-1-1,1 0 1,-1 1 0,0-1-1,0 0-5,1-1-125,-1 0 0,0 0 0,0 0-1,0 0 1,0 0 0,0 0 0,0 0-1,0 0 1,0-1 0,0 1 0,0 0-1,-1 0 1,1-1 0,-1 1 0,1-1-1,-1 1 1,1-1 0,-1 1 0,0-1-1,0 1 1,0-1 0,1 1 0,-1-1-1,-1 1 1,1-1 125,0-18-899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49.8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5865,'10'3'9661,"19"14"-7955,37 29-2060,11 21 925,-2 3-1,55 69-570,-113-121 26,-4-3 54,0 0-1,-1 0 1,-1 1-1,-1 0 1,0 1-1,-1 0 1,0 1-1,-2 0 1,0 0-1,-1 1 1,-1-1-1,-1 1 0,0 1 1,-2-1-1,1 10-79,-4-28 40,1 1 0,-1-1 0,1 1 0,-1-1 0,0 1-1,1-1 1,-1 0 0,0 1 0,0-1 0,0 0-1,0 0 1,0 1 0,0-1 0,0 0 0,-1 0 0,1 0-1,0 0 1,-1-1 0,1 1 0,0 0 0,-1-1-1,1 1 1,-1 0 0,1-1 0,-1 0 0,1 1 0,-1-1-1,0 0 1,1 0 0,-1 0 0,1 0 0,-1 0-1,0 0-39,-6 0 70,1 0 0,0 0 0,0 0-1,0-1 1,0 0 0,-6-2-70,7-2-399,5 2-2582,1 3 2131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2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8162,'24'-20'3328,"-18"18"4034,2 12-7156,-2 0 226,81 97 1331,40 34-1763,-115-130 27,42 40 120,-50-48-138,0 0 0,0 0 0,0 0 0,1-1 0,-1 1 0,1-1 0,0 0-1,-1 0 1,1-1 0,0 1 0,0-1 0,4 0-9,-9-1-25,0 0 1,1 0-1,-1 0 1,1 0 0,-1 0-1,0 0 1,1 0-1,-1 0 1,0 0-1,1 0 1,-1 0-1,0 0 1,1 0-1,-1 0 1,1 0-1,-1 0 1,0-1-1,1 1 1,-1 0-1,0 0 1,0 0-1,1-1 1,-1 1-1,0 0 1,1 0-1,-1-1 1,0 1-1,0 0 1,0-1-1,1 1 1,-1 0 0,0-1-1,0 1 1,0 0-1,0-1 1,0 1-1,0 0 1,1-1-1,-1 1 1,0-1-1,0 1 1,0 0-1,0-1 1,0 1-1,0 0 1,0-1-1,-1 1 1,1 0-1,0-1 25,-9-22-2703,5 15 1965,-4-11-264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3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 15027,'1'12'369,"0"0"-1,-1-1 1,0 1-1,-1 0 1,0 0-1,-1 0 0,-1 2-368,-1 19 357,3-22-250,-1 12 137,0 0-1,-1-1 1,-2 1-1,0-1 1,-1 1-1,-1-2 1,-8 17-244,0-26 274,10-9 28,10-9 530,17-30-860,-8-6-3343,-12 31 2495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3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8370,'0'-2'3625,"0"1"-2097,0 0-360,4-2-152,3 3-311,-7 0-129,12 4-208,22 46-96,-34-21-120,4 6-8,-2-8-72,0-6-16,7-6-32,4-4-80,-11-3-560,-2-3-400,-8-5-1961,-1 0 1881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3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7770,'5'6'3240,"0"-1"-1935,0-2-97,5-1-472,3 1-120,4-6-248,-1 2-184,6-6-136,-1 0-120,-4 3-352,5-4-384,-6 3 512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4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6337,'5'17'6705,"-4"1"-4084,-1-13-2461,0-1 0,0 1 1,1-1-1,-1 1 0,1-1 0,0 0 1,1 1-1,-1-1 0,1 1-160,2 4 191,-1-1 1,-1 1-1,1 0 1,-2 0-1,1 0 1,-1 0-1,0 0 1,-1 1-192,0-1 131,0-1 1,1 0-1,0 0 1,1 0-1,-1 0 1,2 0 0,-1-1-1,1 1 1,0-1-1,1 1-131,11 9 519,-6-19-877,3-36-3670,-11 20 2874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4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0 144 8730,'4'-11'8937,"10"-16"-7581,4-8-1823,-18 34 466,3-6-14,0 0-1,0 0 0,0 0 0,1 0 0,0 1 0,1 0 0,-1-1 1,2 1 15,-5 5-2,0 0 0,1 0 0,-1 0 0,1 0 0,0 0 0,-1 1 0,1-1 0,0 0 0,-1 1 0,1-1 0,0 1 0,0 0 0,-1 0 1,1-1-1,0 1 0,0 0 0,0 0 0,-1 1 0,1-1 0,0 0 0,0 0 0,-1 1 0,1 0 0,0-1 0,-1 1 0,1 0 0,0-1 1,-1 1-1,1 0 0,-1 0 0,1 0 0,-1 1 0,0-1 0,1 0 0,-1 0 0,0 1 0,0-1 0,0 1 0,0-1 2,7 7 13,1 1-1,-2-1 0,0 1 1,0 1-1,0-1 1,-1 1-1,-1 1 0,1-1 1,-2 1-1,1-1 1,-2 1-1,1 1 0,-2-1 1,1 0-1,-2 1 1,1-1-1,-1 1 0,-1-1 1,0 1-1,-1 0 1,0-1-1,-1 1 0,0-1 1,-1 0-1,0 1 1,-1-1-1,-2 4-12,5-14 5,1 1 0,-1-1 0,1 0 0,-1 1 0,0-1 0,1 0 0,-1 0 0,0 0 0,0 1 0,0-1 0,0 0 0,0 0 0,0 0 0,0-1 0,0 1-1,0 0 1,0 0 0,-1 0 0,1-1 0,0 1 0,-1-1-5,1 0 4,0 0-1,0 0 1,0 0 0,0 0-1,0 0 1,0 0-1,0-1 1,0 1-1,0 0 1,0-1 0,0 1-1,0-1 1,0 1-1,0-1 1,1 1-1,-1-1 1,0 0-1,0 1 1,0-1 0,1 0-1,-1 0-3,-2-3 8,0 0 1,0 0-1,1 0 0,-1 0 1,1 0-1,0-1 0,1 1 1,-1-1-1,1 1 0,0-1 1,-1-4-9,2 3 8,0 0 1,0 1-1,1-1 1,0 0 0,0 0-1,0 1 1,1-1-1,0 1 1,0-1 0,0 1-9,-1 3 1,-1 0 0,1 1 0,0-1 0,0 0 1,-1 1-1,1-1 0,0 1 0,0 0 0,0-1 1,1 1-1,-1 0 0,0 0 0,0-1 0,1 1 1,-1 0-1,1 0 0,-1 1 0,1-1 0,-1 0 1,1 0-1,-1 1 0,1-1 0,0 1 1,-1-1-1,1 1 0,0 0 0,-1-1 0,1 1 1,0 0-1,0 0 0,-1 1 0,1-1 0,0 0 1,0 0-1,0 1-1,14 6 12,0 0 0,0 2 0,0 0 0,-1 1 0,0 1-12,-4-3-128,0-1 0,0 1-1,1-2 1,0 1 0,0-2 0,0 0 0,1 0-1,0-1 1,7 1 128,-18-5-308,-2 1 244,0-1-1,1 0 0,-1 0 1,0 0-1,0 0 1,1 0-1,-1 0 1,0 0-1,0 0 1,1 0-1,-1 0 1,0 0-1,1 0 1,-1 0-1,0 0 1,0 0-1,0 0 0,1 0 1,-1-1-1,0 1 1,0 0-1,1 0 1,-1 0-1,0 0 1,0 0-1,0-1 1,1 1-1,-1 0 1,0 0-1,0 0 1,0 0-1,0-1 0,1 1 1,-1 0-1,0 0 1,0-1-1,0 1 1,0 0-1,0 0 1,0-1-1,0 1 65,5-13-996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4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6425,'2'3'9686,"9"4"-6747,15 10-3442,26 30 863,-3 2-1,-1 2 1,39 55-360,-54-66 13,47 47 43,-50-57-31,-1 2 0,20 27-25,-42-48 12,0 0 0,0 0 1,-1 1-1,0 0 1,-1 0-1,-1 0 1,0 1-1,0-1 1,-1 1-1,-1 0 1,0 2-13,-1-13-30,-1 0 0,1 0 0,-1 0 0,0 0 0,0 0 0,0 0 0,0 0 0,0 0 0,0 0 0,-1 0 0,1 0 0,-1 0 0,1 0 0,-1 0 0,0 0 0,1 0 0,-1 0 1,0 0-1,0-1 0,-1 1 0,1 0 0,0-1 0,0 1 0,-1-1 0,1 0 0,-1 1 0,0-1 0,1 0 0,-1 0 0,0 0 0,1 0 0,-1 0 0,0 0 0,0 0 0,0-1 1,0 1-1,0-1 0,-2 1 30,-5-1-573,0 0 1,-1 0 0,1-1 0,0 0 0,0 0 0,0-1 0,-3-1 572,10 2-109,-39-9-1246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5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0 7258,'-10'8'6222,"-8"15"-5875,13-17 356,-8 14-441,1-1 1,0 1-1,2 1 0,0 0 1,1 0-1,1 1 1,1 0-1,2 1 0,0-1 1,1 1-1,1 1-262,-1 11 254,2-1 1,2 1-1,1-1 0,2 1 1,1-1-1,2 1 0,1 1-254,-4-25 107,1 0 0,0-1 0,0 1 0,1-1-1,1 0 1,0 0 0,0-1 0,1 0 0,0 0 0,0 0 0,1-1-1,0 0 1,1 0 0,-1-1 0,2 0 0,-1-1 0,5 3-107,8 2-69,0 1 0,0-2 0,2-1 0,-1-1 0,1-1 0,0-1 0,12 1 69,-2-2-1303,-6-8 520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6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6 287 5145,'6'-10'3504,"-5"7"-3260,1 1 0,-1-1 1,0 0-1,0 1 0,0-1 1,0 0-1,0 0 0,-1 1 1,1-1-1,-1 0 0,0 0 0,1 0 1,-1 0-1,-1 0 0,1-1-244,0-5 49,1 0-1,0 0 1,1 0-1,0 0 1,0 1-1,0-1 1,1 1 0,1 0-1,0-1 1,0 2-1,0-1 1,2-1-49,-1 1 171,-1 0 0,0-1 1,0 1-1,0-1 0,-1 0 0,0 0 1,-1 0-1,0 0 0,0-1 0,-1 0-171,-1 9 143,0 0-1,1 0 0,-1 0 0,0 0 0,0 0 0,0 0 0,0 1 0,0-1 0,0 0 0,0 0 0,0 0 0,-1 0 0,1 0 0,0 1 0,0-1 0,-1 0 0,1 0 0,-1 0 0,1 1 0,-1-1 1,1 0-1,-1 0 0,1 1 0,-1-1-142,-14 24 1157,-1 20-858,3 1 0,1 0 0,2 1 0,3 0 1,1 0-1,1 20-299,4-44 58,0 1 1,2-1-1,0 1 1,2-1-1,0 0 1,1 0 0,1 0-1,1 0 1,8 15-59,-11-30 125,1 1 0,0-1 0,1-1 0,0 1 0,0 0 0,0-1 0,0 0 0,1-1 1,0 1-1,0-1 0,0 0 0,0 0 0,1-1 0,-1 0 0,1 0 0,0-1 0,0 1 1,2-1-126,3 2 32,0 1 0,-1 0 0,0 1 0,0 0 0,1 1-32,-9 2-5,0-1-1616,1-6-2394,-5-2 2871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7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8946,'4'4'4832,"10"3"-2931,-1-1-1283,-8-1-391,0 0 1,0 1 0,0-1-1,-1 1 1,0 0 0,0 0-1,0 0 1,-1 1-1,2 3-227,-1-2 98,0 0 0,1 1 0,0-2 0,0 1 0,5 4-98,11 8 113,0-2 0,2 0 1,0-1-1,1-1 0,1-2 1,0 0-1,5 1-113,8-5-63,-37-10-79,0 0 1,0 1-1,0-1 1,0 0-1,0 0 0,1 0 1,-1 0-1,0 0 0,0 0 1,0 0-1,0-1 1,0 1-1,1 0 0,-1-1 1,0 1-1,0 0 0,0-1 1,0 0-1,0 1 1,0-1-1,0 1 0,0-1 1,-1 0-1,1 0 0,0 0 1,0 1-1,0-1 1,-1 0-1,1-1 142,3-7-1135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7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0 8682,'-1'8'7632,"-2"27"-6906,2 26 126,-3 0 0,-7 29-852,11-87 17,-1-1 1,1 0-1,0 1 1,0-1-1,0 1 1,1-1-1,-1 0 1,1 1-1,-1-1 0,1 0 1,0 1-1,0-1 1,0 1-18,6-2-129,1-20-1092,-1-14-3933,-4 15 3289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7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8634,'12'0'3673,"0"2"-2041,5 4-320,-2-3-432,0 2-207,8-2-345,-1-3-104,8 0-120,5 0-104,-5-2-136,-5-1-232,-3 1-657,-6-5-431,1 1 856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8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9762,'4'-15'2768,"2"13"-837,10 24 81,10 39-769,-7 6-614,-14-46-487,1 0 0,0 0 0,7 11-142,-2-19 134,-2-21-1100,-1-24-2707,-4 12 2514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8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9450,'13'-10'7629,"22"-5"-6685,-25 11-879,-1 0 1,1-1-1,-1 0 1,0-1-1,-1 0 1,4-3-66,-5 3 25,0 1 0,1-1 0,0 2 0,0-1 0,1 1 0,-1 0 0,8-2-25,-15 6 0,1-1 0,-1 1 0,1 0 0,-1-1 0,1 1 0,-1 0 0,1 0 0,-1 0 0,1 0 0,-1 0 0,1 1 1,-1-1-1,1 0 0,-1 1 0,1-1 0,-1 1 0,1-1 0,-1 1 0,1 0 0,-1 0 0,0-1 0,0 1 0,1 0 0,-1 0 0,0 0 0,1 2 1,0 0-1,0 0 1,0 0-1,0 0 0,-1 0 1,1 0-1,-1 0 1,0 0-1,0 0 1,0 1-1,0 1 0,1 10 12,-1-1 0,0 0 0,0 1 0,-2-1 0,0 4-12,-2 6-19,-1 0-1,0-1 0,-2 1 1,-2 2 19,6-17-11,-1-1 0,-1 1 0,1-1 1,-1 0-1,-1 0 0,1 0 0,-1-1 0,-1 0 1,1 0-1,-1 0 0,-1-1 0,-4 5 11,9-9 3,-1-1 0,1 1-1,0-1 1,-1 0 0,1 0-1,-1 0 1,0 0-1,1 0 1,-1 0 0,0-1-1,1 1 1,-1-1 0,0 0-1,0 0 1,0 0 0,-1 0-3,3 0 0,0-1 1,0 1-1,0 0 1,0-1-1,0 1 1,0-1-1,0 0 1,0 1 0,0-1-1,0 0 1,0 1-1,0-1 1,1 0-1,-1 0 1,0 0-1,0 0 1,1 0 0,-1 0-1,1 0 1,-1 0-1,1 0 1,-1 0-1,1 0 1,0 0 0,0 0-1,-1 0 1,1 0-1,0 0 1,0-1-1,0 1 1,0 0-1,0 0 1,0 0 0,1 0-1,-1 0 1,0-1-1,0 1 1,1 0-1,-1 0 0,3-28-24,-4 27 25,1 0 1,0 0 0,-1-1-1,1 1 1,0 0 0,0 0-1,1-1 1,-1 1 0,0 0-1,1 0 1,0-1 0,-1 1-1,1 0 1,0 0 0,0 0 0,0 0-1,0 0 1,0 0 0,1 0-1,-1 1 1,0-1 0,1 0-1,0 1 1,-1-1 0,1 1-1,0-1 1,0 1 0,0 0-1,0 0 1,0 0 0,0 0-1,0 0 1,1 0-2,3-1-4,0 1-1,0 0 1,0 0-1,1 1 1,-1 0 0,0 0-1,0 0 1,1 1-1,-1 0 1,0 0 0,0 0-1,0 1 1,0 0 0,0 0-1,3 2 5,9 6-4,0 0 0,-1 1 1,0 1-1,1 2 4,55 36-35,-72-49-52,0-1 0,0 1 0,0-1 0,1 1 1,-1-1-1,0 1 0,0-1 0,0 0 0,0 1 0,1-1 0,-1 0 0,0 0 0,0 0 0,0 0 1,1 0-1,-1 0 0,0 0 0,0 0 0,0-1 0,1 1 0,-1 0 0,0-1 0,0 1 1,0-1-1,0 1 0,1-1 87,4-11-662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5:58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48 7370,'-28'-43'11607,"28"43"-11570,0 0-1,1 0 1,-1 0-1,0 0 0,0 0 1,0 0-1,0 0 1,0 0-1,0 0 1,1 0-1,-1 0 0,0 0 1,0 0-1,0 0 1,0 0-1,0-1 0,0 1 1,0 0-1,0 0 1,0 0-1,1 0 0,-1 0 1,0 0-1,0 0 1,0 0-1,0-1 1,0 1-1,0 0 0,0 0 1,0 0-1,0 0 1,0 0-1,0 0 0,0-1 1,0 1-1,0 0 1,0 0-1,0 0 0,0 0 1,0 0-1,0 0 1,0-1-1,0 1 1,0 0-1,0 0 0,0 0 1,0 0-1,0 0 1,0 0-1,0 0 0,-1-1 1,1 1-1,0 0 1,0 0-1,0 0 1,0 0-38,16 2-57,-2 3 48,0 1 0,0 0 1,-1 1-1,0 0 0,0 1 1,-1 1-1,0 0 0,0 0 1,-1 1-1,-1 0 0,0 1 1,9 12 9,21 28 5,-2 2 0,9 21-5,-42-65 2,11 14 1,-2 0 0,-1 0 1,-1 2-1,-1-1 0,-1 2 1,2 12-4,46 143 88,-58-180-70,1 1 0,-1-1 1,0 0-1,0 1 0,0-1 1,0 1-1,0-1 0,0 0 0,0 1 1,-1-1-1,1 1 0,0-1 1,-1 0-1,1 1 0,-1-1 0,0 1-18,1-2 10,0 1-1,-1-1 0,1 0 0,-1 0 1,1 0-1,0 1 0,-1-1 0,1 0 1,-1 0-1,1 0 0,0 0 0,-1 0 1,1 0-1,-1 0 0,1 0 0,0 0 1,-1 0-1,1 0 0,-1 0 0,1 0 1,0 0-1,-1 0 0,1 0 0,-1-1 1,1 1-1,0 0 0,-1 0 0,1 0 1,0-1-1,-1 1 0,1 0 0,0 0 1,-1-1-1,1 1 0,0 0 0,-1-1 1,1 1-1,0 0 0,0-1 0,0 1 1,-1 0-1,1-1 0,0 1 0,0-1 1,0 1-1,0 0 0,0-1 0,0 1 1,0-1-1,0 1 0,0 0 0,0-1 1,0 1-10,-4-7 138,-13-18-639,16 24 293,-1 1 0,1-1 0,-1 1 0,1-1-1,-1 1 1,1 0 0,-1 0 0,1-1 0,-1 1-1,0 0 1,1 1 0,-1-1 0,1 0 0,-1 0-1,1 1 1,-1-1 0,1 0 0,-1 1 0,1 0-1,-1-1 209,-13 6-1135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2.22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25 5569,'25'-7'1403,"1"1"1,0 2-1,1 0 0,19 1-1403,-37 3 82,0-1-1,0 2 0,0 0 0,0 0 1,0 0-1,0 1 0,0 0 1,0 1-1,-1 0 0,1 1 0,-1-1 1,0 1-1,0 1 0,0 0 0,3 2-81,-9-5 15,-1 0 0,1-1 0,0 1-1,0 0 1,-1-1 0,1 1 0,-1 0-1,1 0 1,-1 1 0,0-1 0,0 0 0,0 0-1,0 0 1,0 1 0,-1-1 0,1 0-1,-1 1 1,1-1 0,-1 1 0,0-1-1,0 1 1,0-1 0,0 1 0,-1-1-1,1 0 1,0 1 0,-1-1 0,0 0 0,0 1-1,0-1 1,0 0 0,0 0 0,0 1-1,0-1 1,0 0 0,-1 0 0,0-1-1,1 1 1,-2 1-15,-2 2 14,0 0 0,0 0 0,0-1 0,-1 0 0,0 0-1,0 0 1,0-1 0,0 0 0,0 0 0,0 0 0,-1-1 0,0 0-1,-4 1-13,-7 1 120,17 0 40,29 4 145,0 0-240,-13-1-44,0 1 0,-1 1 0,0 0 0,0 0 1,0 2-1,-2-1 0,8 9-21,-14-13 0,-1-1 1,0 1 0,0 1-1,0-1 1,-1 1-1,0-1 1,0 1-1,-1 1 1,0-1-1,0 0 1,-1 1 0,0-1-1,0 1 1,0 0-1,-1 0 1,0 0-1,-1 1 0,0-7 6,-1 0-1,1 0 0,-1-1 0,1 1 1,-1-1-1,1 1 0,-1 0 0,0-1 1,0 0-1,0 1 0,0-1 1,0 1-1,0-1 0,0 0 0,-1 0 1,1 0-1,0 1 0,-1-1 0,1-1 1,-1 1-1,1 0 0,-1 0 1,1 0-1,-1-1 0,1 1 0,-1-1 1,0 1-1,0-1 0,1 0 0,-1 0 1,0 0-1,-1 0-5,-58-1 433,33-3-252,0-1 1,1-2-1,0 0 0,0-2 1,1-1-1,-19-11-181,18 18-37,27 3 1,1 1 0,-1-1 0,0 0 0,0 0-1,0 0 1,0 0 0,1 1 0,-1-1 0,0 0 0,0 0 0,0 1-1,0-1 1,0 0 0,0 0 0,0 0 0,0 1 0,0-1 0,1 0-1,-1 0 1,0 1 0,0-1 0,0 0 0,-1 0 0,1 1 0,0-1-1,0 0 1,0 0 0,0 1 0,0-1 0,0 0 0,0 0 0,0 0-1,0 1 1,0-1 0,-1 0 0,1 0 0,0 0 0,0 1 0,0-1-1,0 0 1,-1 0 0,1 0 0,0 0 0,0 1 0,0-1 0,-1 0-1,1 0 1,0 0 0,0 0 0,-1 0 0,1 0 0,0 0-1,0 0 1,0 0 0,-1 0 0,1 0 0,0 0 0,0 0 0,-1 0-1,1 0 1,0 0 0,0 0 36,11 6-629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2.72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80 1 7722,'-11'10'6433,"0"22"-5603,8-19-222,-12 39-262,3 1 1,2 1 0,3-1-1,1 6-346,5-44 15,-1 0-11,1 0 1,0 0-1,1 1 0,1-1 0,1 0 0,0 0 0,1 0 0,0 0 1,2-1-1,-1 1-4,-1-9 18,0 0-1,0 1 1,0-1 0,1 0 0,0 0 0,0-1 0,1 1 0,-1-1 0,1 0-1,1 0 1,-1-1 0,0 1 0,1-1 0,0-1 0,0 1 0,0-1 0,1 0 0,-1 0-1,1 0 1,-1-1 0,1 0 0,6 0-18,11 2 96,0-1 1,1-1-1,-1-1 0,0-2 0,1 0 0,6-2-96,43-12-2476,-63 13 1813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3.21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5 7890,'1'-1'230,"-1"1"1,1 0 0,-1-1-1,1 1 1,-1 0-1,1-1 1,-1 1 0,1 0-1,0 0 1,-1-1-1,1 1 1,-1 0 0,1 0-1,0 0 1,-1 0-1,1 0 1,-1 0 0,1 0-1,0 0 1,-1 0-1,1 0 1,0 0 0,-1 0-1,1 0 1,0 1-231,14 12 2308,10 32-2284,-16-26 599,20 35-405,-15-24-71,3-1 1,0-1-1,18 22-147,-30-44-39,1 1-1,-1-1 0,2 0 1,-1 0-1,0-1 0,1 1 0,0-2 1,0 1-1,1-1 0,-1 0 1,1 0-1,0-1 0,0 0 1,0-1-1,0 1 0,1-2 1,-1 1 39,-7-2-37,0 0-37,-1 0 1,0 0-1,1 1 1,-1-1-1,0 0 1,1 0-1,-1 0 1,1 0-1,-1 0 1,0 0 0,1 0-1,-1 0 1,1 0-1,-1 0 1,0 0-1,1-1 1,-1 1-1,1 0 1,-1 0-1,0 0 1,1 0-1,-1-1 1,0 1-1,1 0 1,-1 0-1,0-1 1,1 1-1,-1 0 1,0 0-1,0-1 1,1 1-1,-1 0 1,0-1 73,2-6-915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3.54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44 0 7634,'-6'13'3328,"-7"13"-1727,6 7-473,2 7-504,1 6-184,4-5-208,0-1-32,4-9-96,-4-9 32,-6-9-48,7 0-48,-2-9 8,-2 3-56,6-3-96,-8-7-256,4-2-1160,4-7 1032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3.93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31 7602,'19'-3'7077,"18"-9"-7470,-24 8 790,-8 3-393,2-1-9,1-1-1,0 2 0,0-1 1,0 1-1,-1 0 0,1 0 1,0 1-1,1 0 6,-8 1 1,0-1 0,0 0 0,0 0 0,0 1 0,0-1 1,0 1-1,0-1 0,0 1 0,-1-1 0,1 1 0,0-1 0,0 1 0,0 0 0,-1-1 0,1 1 0,0 0 0,-1 0 0,1-1 0,-1 1 1,1 0-1,-1 0 0,1 0 0,-1 0-1,1 2 14,0 0 0,-1 0 1,1 0-1,-1 0 0,0 0 0,0 0 1,0 0-1,-1 0 0,1 0 0,-1 0 1,1 0-1,-1 0-14,-2 3 11,1 0-1,0 0 1,-1 0 0,0 0-1,-1-1 1,1 1 0,-1-1-1,0 0 1,-1 0 0,1-1-1,-1 1 1,0-1 0,0 0-1,-4 3-10,-25 23-21,34-30 24,0 0 0,1 0 0,-1 0 0,0 0 0,0 0 0,0 0 0,0 0 0,1 0 0,-1 0 0,0 0 0,0 0 0,0 0 0,0 0 0,1 0 0,-1 0 0,0 1 0,0-1 0,0 0 0,0 0 0,0 0 0,0 0 0,1 0 0,-1 0 0,0 0 0,0 0 0,0 1 0,0-1 0,0 0 0,0 0 0,0 0 0,0 0 0,1 0 0,-1 1 0,0-1 0,0 0 0,0 0 0,0 0 0,0 0 0,0 1 0,0-1 0,0 0 0,0 0 0,0 0 0,0 0 0,0 1 0,0-1-3,30-11 63,5-1-92,-29 11-60,0-1-32,-1 0 1,0 1 0,1 0 0,-1 1 0,1-1-1,-1 1 1,1 0 0,-1 0 0,1 1 0,-1-1 0,0 1-1,1 0 1,-1 1 0,0-1 0,0 1 0,0 0-1,1 1 121,2 2-650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4.33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23 7274,'17'0'6088,"22"-2"-5932,-36 1 188,229-18 825,-228 19-1149,1-1-1,0 2 0,-1-1 1,1 0-1,0 1 1,-1 0-1,1 0 0,-1 0 1,1 1-1,-1-1 1,4 3-20,17 6-3808,-21-10 2517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4.77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17 0 9482,'1'10'7735,"-7"40"-5843,-2 14-2009,6-47 112,1 32 56,1-48-43,0 1-1,1 0 1,-1-1-1,0 1 0,1-1 1,-1 1-1,1-1 1,0 1-1,-1-1 0,1 1 1,0-1-1,0 0 1,0 1-1,0-1 0,0 0 1,0 0-1,0 0 1,0 0-1,1 0 0,-1 0 1,0 0-1,1 0 1,-1 0-1,1-1 0,-1 1 1,1 0-8,17 3 7,0-1-1,0-1 1,0 0 0,0-1 0,0-2 0,0 0-1,15-3-6,42 0-226,-42 1-404,-18 0-2862,-14 2 2917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5.12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8202,'10'6'5707,"-2"8"-3981,5 20-851,7 44 291,-12-41-937,2-1 0,2 1 0,1-1-1,1-1 1,3-1 0,9 16-229,-25-49-9,-1 0 0,1-1 0,-1 1 0,1 0 0,0 0-1,-1 0 1,1-1 0,0 1 0,0 0 0,0-1 0,-1 1-1,1-1 1,0 1 0,0-1 0,0 1 0,0-1 0,0 0 0,0 1-1,0-1 1,0 0 0,0 0 0,0 0 0,0 1 0,0-1-1,1 0 10,-2-1-100,1 1 0,-1 0-1,1 0 1,0 0-1,-1 0 1,1-1 0,-1 1-1,1 0 1,-1-1 0,1 1-1,-1 0 1,0-1-1,1 1 1,-1 0 0,1-1-1,-1 1 1,0-1 0,1 1-1,-1-1 1,0 1-1,0-1 1,1 1 0,-1-1-1,0 1 1,0-1-1,0 1 1,0-1 0,1 1-1,-1-1 1,0 0 0,0 1-1,0-1 1,0 1-1,0-1 1,0 1 0,-1-1-1,1 0 1,0 0 100,-1-12-1019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5.70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36 52 4769,'-4'-3'804,"0"0"-1,1-1 1,-1 0-1,1 0 1,0 0-1,0 0 1,0-1 0,1 1-1,0-1 1,-1 0-1,1-1-803,3 5 2112,0 7-375,-1-4-1658,0 1 0,0-1 0,0 0-1,1 1 1,-1-1 0,1 0 0,0 0 0,0 1-1,-1-1 1,1 0 0,1 0 0,-1 0 0,0 0 0,0 0-1,1-1 1,-1 1 0,1 0 0,0 0 0,1 0-79,35 39 430,2-1 1,2-3 0,1-1 0,39 23-431,-13-8 225,48 46-225,-96-77 14,-1 0 1,-1 2-1,-1 0 1,-1 1-1,-1 1 1,-1 0-1,3 11-14,-9-18 19,8 16 60,-1 0 0,-2 1 0,-1 1 0,-2 0 0,1 10-79,-11-42 52,-1 0 0,0-1 0,0 1 0,0 0 1,0 0-1,0-1 0,-1 1 0,1 0 0,-1 0 0,0-1 0,0 1 0,0-1 0,0 1 1,0-1-1,-1 1 0,1-1 0,-1 1 0,1-1 0,-1 0 0,0 0 0,0 0 1,0 0-53,-4 3 134,1-1 1,0 0 0,-1 0 0,0-1-1,0 0 1,0 0 0,-4 2-135,-6 7 184,15-11-173,1 0-1,0-1 1,-1 1-1,1 0 1,0-1-1,-1 1 0,1 0 1,-1-1-1,0 1 1,1-1-1,-1 1 1,1 0-1,-1-1 0,0 0 1,1 1-1,-1-1 1,0 1-1,0-1 1,1 0-1,-1 0 0,0 1 1,0-1-1,0 0 1,1 0-1,-1 0 1,0 0-1,0 0 0,0 0 1,1 0-1,-1 0 1,0 0-1,0 0 1,0 0-1,1-1 1,-1 1-1,0 0 0,0 0 1,1-1-1,-1 1 1,0-1-1,1 1 1,-1-1-1,0 1 0,1-1 1,-1 1-1,0-1 1,1 1-1,-1-1-10,1-5-11,0 6-88,0 0 0,0 1 0,0-1 0,0 0 0,-1 0 0,1 0 0,0 0 0,0 0 0,0 0 0,0 1 0,0-1 0,0 0 0,-1 0 0,1 0 0,0 0 0,0 0 0,0 0 0,0 0 0,-1 0 0,1 0 0,0 0 0,0 0 0,0 0 0,0 1 0,-1-1 0,1 0 0,0 0 0,0 0 0,0-1 0,0 1 0,-1 0 0,1 0 0,0 0 0,0 0 0,0 0 0,0 0 0,-1 0 0,1 0 0,0 0 0,0 0 0,0 0 0,0 0 0,0 0 0,0-1 0,-1 1 0,1 0 0,0 0 0,0 0 0,0 0 0,0 0 0,0-1 0,0 1-1,0 0 1,0 0 0,0 0 0,-1 0 0,1-1 0,0 1 0,0 0 0,0 0 0,0 0 0,0 0 0,0-1 0,0 1 0,0 0 99,-3 1-1447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6.46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154 10 6137,'4'-10'5704,"-6"13"-2498,-9 27-2095,1-1-1016,-1 0 1,-1-1-1,-2 0 0,-1-1 0,-1 0 1,-1-1-1,-2-1-95,-3 9 35,21-32-75,0-1 0,0 1-1,0-1 1,1 1 0,-1 0 0,0-1 0,1 1 0,-1 0 0,1 0 0,-1-1 0,1 1 0,0 0 0,0 0 0,0-1-1,0 1 1,0 0 0,0 0 0,0 0 0,0 0 40,9-7-1903,-1-1 1191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6.8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 1 6961,'-5'16'7466,"4"21"-5872,4 37-1696,-2-71 127,0 0 0,-1 0-1,1 0 1,1-1 0,-1 1 0,0 0-1,1 0 1,-1-1 0,1 1-1,0-1 1,0 1 0,0-1-1,0 0 1,0 0 0,0 0 0,1 0-1,-1 0 1,1-1 0,-1 1-1,1-1 1,0 1 0,-1-1-1,1 0 1,0 0 0,0 0-1,0 0 1,0-1 0,0 1 0,0-1-1,0 0 1,0 0 0,0 0-1,2 0-24,12-1-50,0 0-1,0-1 0,0 0 1,-1-2-1,12-3 51,23-5-1327,-28 3 864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7.25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5 6921,'1'0'193,"-1"-1"-1,1 1 0,0-1 0,0 1 1,-1-1-1,1 1 0,0 0 0,0 0 1,0-1-1,0 1 0,-1 0 0,1 0 0,0 0 1,0 0-1,0 0 0,0 0 0,0 0 1,0 0-1,-1 0 0,1 0 0,0 0 1,0 1-1,0-1 0,0 0 0,-1 1 0,1-1 1,0 0-1,0 1 0,-1-1 0,1 1 1,0 0-1,0-1 0,-1 1 0,1-1 1,-1 1-1,1 0 0,-1-1 0,1 1 0,-1 0 1,1 0-193,34 41 166,-21-24 406,24 21-453,2-1 1,1-3 0,2-1 0,1-1-1,13 3-119,-50-32-394,1 0 0,-1-1-1,1 0 1,0 0 0,0-1 0,4 1 394,-1-5-851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7.61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1 8802,'2'0'335,"0"1"0,1-1 0,-1 1 1,0 0-1,0-1 0,0 1 0,1 0 0,-1 0 0,0 1 0,0-1 1,0 0-1,-1 1 0,1-1 0,0 1 0,-1 0 0,1-1 1,0 1-1,-1 0 0,0 0 0,1 1-335,28 53 160,-13-24 73,-7-16-215,-4-7-7,0 0 0,-1 0 0,0 0-1,3 11-10,-7-17 3,0 0-1,0 0 1,-1 1-1,1-1 0,-1 0 1,0 1-1,0-1 0,0 0 1,0 1-1,0-1 0,-1 0 1,0 1-1,0-1 0,0 0 1,0 0-1,0 0 0,-1 2-2,-6 14 57,7-17-49,1 1 0,-1-1 0,0 0 0,0 0 0,0 1 0,0-1 1,0 0-1,-1 0 0,1 0 0,-1 0 0,1 0 0,-1-1 0,0 1 0,0 0 0,0-1 0,0 1 0,0-1 0,0 0 0,0 1 0,-1-1-8,-66 48-956,56-46 666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8.8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3 83 8714,'-2'-5'5035,"7"-2"-3613,15-7-1651,-18 12 574,11-6-186,0 1 1,0-1-1,1 2 0,-1 0 0,1 1 0,1 0 0,9-1-159,-20 5 20,0 0 0,0 0-1,0 1 1,0-1-1,0 1 1,0 0 0,0 1-1,0-1 1,0 0 0,0 1-1,0 0 1,0 0-1,0 0 1,0 1 0,-1-1-1,1 1 1,-1 0-1,1 0 1,-1 0 0,1 1-1,-1-1 1,0 1-1,0 0 1,0-1 0,-1 1-1,1 1 1,-1-1 0,1 0-1,-1 0 1,0 1-1,0 0 1,1 2-20,0 4 18,1 0 1,-1 0-1,0 1 1,-1-1-1,-1 1 1,1-1-1,-2 1 1,1-1-1,-2 1 1,1 0-1,-2 1-18,2-7 15,-1 0 0,0 0-1,0 0 1,0 0-1,0-1 1,-1 1 0,0 0-1,0-1 1,-1 1 0,1-1-1,-1 0 1,0 1 0,0-1-1,0-1 1,-1 1 0,1 0-1,-1-1 1,0 0 0,0 0-1,0 0 1,0 0-1,-1-1 1,1 1 0,-1-1-15,-7 2 109,14-7-71,24-7-163,-15 9 104,0 1-1,-1 0 0,1 1 0,-1 1 0,1-1 0,-1 1 0,1 1 0,-1 0 0,0 1 1,0 0-1,-1 0 0,1 1 0,-1 0 0,0 1 0,0 0 0,0 0 0,-1 1 1,0 0-1,-1 0 0,1 1 0,-1 0 0,4 7 22,-8-11-20,-1 1 1,0 0-1,0-1 1,-1 1-1,1 0 0,-1 0 1,0 0-1,0 0 1,0 0-1,-1 0 1,0 0-1,0 0 0,0 0 1,-1 0-1,1 0 1,-1 0-1,0 0 0,-2 2 20,3-4 11,-1 0-1,0-1 0,-1 1 0,1-1 0,0 1 0,-1-1 0,1 0 0,-1 1 0,0-1 0,0 0 0,0 0 0,0 0 0,0 0 0,0-1 0,0 1 0,-1-1 0,1 1 1,-1-1-1,1 0 0,-1 0 0,1 0 0,-1 0 0,0 0 0,1 0 0,-1-1 0,0 0 0,0 1 0,0-1 0,1 0 0,-1 0 0,0 0 0,-1-1-10,-16-3 190,1-1 0,0-1 0,1-1 0,-4-1-190,-14-6 270,-13-8 166,46 20-495,0 1 0,0-1 0,0 0 0,0 0 0,0 0 0,1-1 0,-1 1 0,1 0 0,0-1 0,0 0 0,0 1 0,0-1 0,0 0 0,-1-2 59,6 3-909,1 2 351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9.59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152 24 7306,'12'-11'4436,"-12"10"-4349,0 1 0,1 0 0,-1 0 0,0-1 0,0 1 0,0 0 0,0-1 0,0 1 0,1 0 0,-1-1 0,0 1 0,0 0 0,0 0 0,0-1 0,0 1 0,0 0 0,0-1 0,0 1 0,0 0 0,0-1 0,0 1 0,0 0 0,0-1 0,-1 1 0,1 0 0,0-1 0,0 1 0,0 0 0,0 0 0,0-1 0,-1 1 0,1 0 0,0 0 0,0-1 0,-1 1-1,1 0 1,0 0 0,0 0 0,-1-1 0,1 1 0,0 0 0,0 0 0,-1 0 0,1 0 0,0 0 0,-1-1 0,1 1 0,0 0 0,-1 0 0,1 0 0,0 0-87,-80 88 1538,69-71-1481,1-1 0,1 1 1,1 1-1,0 0 0,1 0 0,1 0 1,1 1-1,0 0 0,-1 15-57,4-22 43,1 0 0,1-1-1,-1 1 1,2 0-1,0 0 1,0 0 0,1-1-1,1 1 1,-1-1 0,2 1-1,0-1 1,0 0-1,1 0 1,0-1 0,1 0-1,5 7-42,-4-10 111,0 0-1,0-1 0,1 0 0,0 0 0,0-1 0,0 0 1,1 0-1,-1-1 0,1 0 0,0 0 0,1-1 0,-1-1 1,0 1-1,1-1 0,0-1 0,-1 0 0,1 0 0,6-1-110,-2-3 312,-14 3-379,0 0 1,0 0-1,0 0 1,0 0-1,-1 0 1,1 0-1,0 0 1,0 0-1,0 0 1,0 0-1,0-1 1,0 1-1,0 0 1,-1 0-1,1 0 1,0 0-1,0 0 1,0 0 0,0 0-1,0-1 1,0 1-1,0 0 1,0 0-1,0 0 1,0 0-1,0 0 1,0-1-1,0 1 1,0 0-1,0 0 1,0 0-1,0 0 1,0-1-1,0 1 1,0 0-1,0 0 1,0 0 0,0 0-1,0 0 1,0-1-1,0 1 1,0 0-1,0 0 1,0 0-1,0 0 1,1 0-1,-1 0 1,0-1-1,0 1 1,0 0-1,0 0 1,0 0-1,0 0 1,0 0-1,1 0 1,-1 0-1,0 0 1,0 0 0,0 0-1,0 0 1,0 0-1,1 0 1,-1 0 66,-4-3-881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09.91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10034,'7'4'3977,"1"5"-2721,2 7-248,7 9-351,3-1-169,2 5-176,-6-1-96,7-1-96,6-4-24,-2-1-48,7-4 8,1-4-32,-7-2-24,-8-4-168,0-5-256,-8-3-576,-19-3-337,20-6 777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0.27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72 1 9578,'-2'0'4140,"1"0"-4094,1 0 0,-1 0 0,1 0 0,0 1 0,-1-1 0,1 0 0,-1 1 0,1-1 0,0 0 0,-1 1 0,1-1 0,0 0 0,0 1 0,-1-1 0,1 1 0,0-1 0,0 0 0,0 1 0,-1-1 0,1 1 0,0-1 0,0 1 0,0-1-1,0 1 1,0-1 0,0 0 0,0 1 0,0-1 0,0 1 0,0-1 0,0 1 0,0-1 0,1 1 0,-1-1 0,0 1-46,2 11 173,0 1 1,-1 0-1,-1 0 0,0-1 0,-1 1 0,0 0 0,-1 0 0,0-1 0,-1 1 0,0-1 1,-1 0-1,-1 0 0,0 0 0,0-1 0,-1 1 0,-2 1-173,-3 10 173,4-7-222,2-38-2998,4 11 2172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0.6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9594,'8'5'3801,"-2"7"-2537,-4 6-416,5 4-176,7 6-95,-1 6-153,-8-6-160,7 5-16,-19-13-184,6-9 32,2 2-64,-6-8 0,19-2-152,-14 3-368,-1-11-737,2 2-1399,-12-5 1672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0.93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6 8442,'5'5'3497,"-9"-2"-2121,17-1-112,7 1-552,-5-4-152,14 1-320,-7-1-176,-6-1-88,4 1-104,-2-2-424,3-2-352,-3 0 552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1.27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0 146 8946,'6'-7'6815,"-4"-6"-4679,6-20-2700,-3 23 559,0 1 0,1 0 0,0 0-1,0 0 1,1 1 0,0 0 0,9-7 5,-15 14 10,1-1-1,-1 1 1,1-1 0,-1 1 0,1 0-1,0 0 1,0 0 0,0 0 0,-1 0-1,1 0 1,0 1 0,0-1 0,0 0-1,0 1 1,0 0 0,1-1-1,-1 1 1,0 0 0,0 0 0,0 0-1,0 0 1,0 1 0,0-1 0,0 1-1,0-1 1,0 1 0,0-1 0,0 1-1,0 0 1,0 0 0,0 0-1,-1 0 1,1 1 0,0-1 0,-1 0-1,1 1 1,-1-1 0,1 1 0,-1-1-1,0 1 1,0 0 0,1-1 0,-1 1-1,0 0 1,-1 0 0,1 0-1,0 1-9,5 13 36,0-1 0,-1 1 0,-1 0 0,-1 0 0,0 0-1,-1 1 1,-1-1 0,-1 0 0,0 1 0,-1-1-1,0 1 1,-2-1 0,0 0 0,-1 1-36,3-12 4,-1-1 0,0 1 1,0 0-1,-1-1 0,1 0 1,-1 1-1,0-1 0,0 0 0,0 0 1,-1-1-1,0 1-4,-14 18-12,17-22 5,1 1 1,-1 0-1,1-1 1,-1 1-1,1-1 1,-1 1 0,1-1-1,-1 1 1,0-1-1,1 0 1,-1 1-1,0-1 1,1 0 0,-1 1-1,0-1 1,0 0-1,1 0 1,-1 0-1,0 0 1,0 0 0,1 0-1,-1 0 1,0 0-1,0 0 1,1 0 0,-1 0-1,0 0 1,0 0-1,1 0 1,-1-1-1,0 1 1,0 0 0,1-1-1,-1 1 1,0-1-1,1 1 1,-1 0-1,1-1 1,-1 1 0,1-1-1,-1 0 1,1 1-1,-1-1 1,1 1-1,-1-1 1,1 0 0,0 1-1,-1-1 1,1 0-1,0 0 1,-1 1-1,1-2 7,-2-1-10,0 0 0,1 0 0,-1-1 0,1 1 0,0 0 0,0-1 0,0 1 0,0-1-1,0 0 1,1 1 0,-1-4 10,2 4 2,-1 0 0,1 0 0,0 0 0,0 1 0,0-1-1,0 0 1,0 0 0,1 1 0,-1-1 0,1 0 0,0 1 0,-1 0 0,1-1 0,0 1 0,0 0-1,1 0 1,-1 0 0,0 0 0,1 1 0,-1-1 0,1 0 0,0 1 0,-1 0 0,1 0-1,0 0 1,0 0 0,0 0 0,0 0 0,0 1 0,0-1 0,0 1 0,0 0 0,0 0-1,0 0 1,0 1 0,1-1-2,2 0 1,0 1 0,0 0 0,0 0-1,1 0 1,-2 1 0,1 0 0,0 0-1,0 1 1,-1-1 0,1 1 0,-1 0 0,0 1-1,0-1 1,0 1 0,0 0 0,-1 0 0,4 4-1,16 19 156,-23-26-264,0 0 0,1 0 0,-1 0 0,0 0 0,0 0 0,1 0 0,-1-1 0,0 1-1,1 0 1,-1-1 0,1 1 0,-1-1 0,0 0 0,1 1 0,-1-1 0,1 0-1,-1 0 1,1 0 0,-1 0 0,1 0 0,-1 0 0,1-1 0,0 1 108,7-5-706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1.74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15 17 7250,'-5'-6'7464,"-4"-5"-4952,33 22-2338,-6-1-121,-1 2 0,-1 0 1,0 0-1,0 2 0,-2 0 0,0 1 1,0 0-1,-1 1 0,4 7-53,20 35 73,-2 1 0,3 14-73,17 29 111,-28-43-85,-26-55-7,0-1-1,0 1 1,0 0-1,-1 0 1,1-1-1,-1 1 1,0 0-1,0 0 1,0 0-1,0-1 1,-1 1-1,0 0 1,0 0-1,0-1 1,0 3-19,-33-28 486,31 21-580,1 0 0,-1-1-1,1 1 1,0-1 0,0 0 0,0 1-1,0-1 1,0 0 0,0 0 0,0-1-1,1 1 1,-1 0 0,1 0-1,-2-3 95,6-3-3154,4 3 2017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2.18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114 15 6809,'-6'-15'8318,"-3"18"-5128,-12 30-2951,15-24 214,-1 4-356,-2 0-24,1 0 0,1 0-1,0 1 1,1 0 0,0 0-1,2 1 1,-1 0 0,2 0-1,0 0 1,0 0 0,1 14-73,1-8 29,1 1 0,1 0 0,1 0 0,1-1 0,1 1 1,1-1-1,1 0 0,7 17-29,-10-32 15,1-1 0,0-1 0,1 1 0,-1-1 0,1 0 0,0 0 0,0 0 0,0 0 0,0-1 0,1 0 0,-1 0 0,1 0 0,0-1 0,0 0 0,0 0 0,0-1 0,0 1 0,2-1-15,14 3 27,-1-1 0,1-1 1,-1-1-1,17-1-27,0-4-843,-14-2-3007,-17 2 2452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2.81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22 7250,'11'-12'6539,"-2"2"-3903,-8 10-2609,0 0 0,0 1 0,0-1-1,0 0 1,0 1 0,0-1-1,0 0 1,0 1 0,-1-1 0,1 1-1,0-1 1,0 1 0,0-1-1,-1 1 1,1 0 0,0-1-1,-1 1 1,1 0 0,-1 0 0,1-1-1,-1 1 1,1 1-27,40 53 932,-20-26-573,0-2 1,2 0-1,13 11-359,-28-31 30,0 0 0,0-1 0,0 0 0,1 0 0,0 0 0,0-1 0,1-1 0,0 0-1,-1 0 1,1-1 0,0 0 0,1 0 0,7 0-30,6-1-513,-20-2-2217,-15-5 1940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3.14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111 1 7922,'0'0'148,"-1"0"0,1 0 0,-1 0 0,1 0 0,0 0 0,-1 0 0,1 0 1,-1 0-1,1 0 0,-1 0 0,1 0 0,0 0 0,-1 0 0,1 0 0,-1 1 0,1-1 0,-1 0 1,1 0-1,0 0 0,-1 1 0,1-1 0,0 0 0,-1 0 0,1 1 0,0-1 0,-1 0 1,1 1-1,0-1 0,0 1 0,-1-1 0,1 0 0,0 1 0,0-1 0,0 1 0,0-1 0,-1 0 1,1 1-1,0-1 0,0 1 0,0-1 0,0 1 0,0-1 0,0 1-148,-11 31 470,8-21 201,-17 67 550,18-64-1123,0 0 0,-2-1 0,1 1-1,-2-1 1,0 1 0,0-2 0,-1 1-1,-1 0 1,0-1 0,-1 0 0,0-1-98,8-11-52,0 0 1,0 0-1,0 0 1,0 0-1,0 0 1,0 0-1,0 0 1,0 0-1,-1 0 1,1 0-1,0 0 1,0 0-1,0 0 1,0 0-1,0 0 1,0 0-1,0 0 1,0 0-1,0 0 1,0 0 51,3-8-2347,-2 2 1551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3.49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13 8394,'0'6'3497,"3"0"-1969,-1-3-456,5-2-296,6 0-128,6-3-224,8 2-143,-1-2-169,0-1-56,-2 3-48,-10-7-48,0 4-168,-2 3-233,-10-7-511,9 5-624,-8-2 984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3.898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1 129 9242,'22'-15'4271,"11"-4"-2497,-19 11-1038,47-46-354,-49 47-360,-5 3-29,0 0 0,1 0-1,-1 0 1,1 1 0,0 1 0,1-1 7,-7 2 4,0 1 0,0 0 1,0-1-1,-1 1 0,1 0 1,0 0-1,0 0 0,0 1 1,-1-1-1,1 0 0,0 1 1,0-1-1,-1 1 1,1-1-1,0 1 0,-1 0 1,1 0-1,0 0 0,-1 0 1,1 0-1,-1 0 0,0 0 1,1 1-1,-1-1 0,0 0 1,0 1-1,0-1 0,0 1 1,0-1-1,1 2-4,3 10 63,1 0 0,-2 0 0,0 1 0,0-1 0,-2 1 0,1 0 0,-2 0 0,0 1 0,0-1 0,-2 0 0,0 0 0,0 0 0,-1 0 0,-1 0 0,0 0 0,-1-1 0,-1 1 0,0-1 0,0 0 0,-2 0 0,-2 4-63,7-14 19,-1 0 0,0 0-1,0-1 1,0 1 0,0 0 0,0-1 0,0 0-1,-1 0 1,1 0 0,-1 0 0,0 0-1,1-1 1,-1 0 0,-3 1-19,6-1 5,0-1 1,1 0-1,-1 0 1,0 0 0,1 0-1,-1 0 1,0 0-1,0 0 1,1 0-1,-1 0 1,0 0-1,1 0 1,-1-1-1,0 1 1,1 0-1,-1 0 1,0-1-1,1 1 1,-1 0-1,1-1 1,-1 1-1,0-1 1,1 1 0,-1-1-1,1 1 1,-1-1-1,1 1 1,-1-1-1,1 1-5,0-2 5,-1 0-1,1 0 1,0 0-1,0 1 0,0-1 1,0 0-1,0 0 1,0 0-1,0 0 1,1 1-1,-1-1 1,1 0-1,-1 0 1,1 0-1,0 1 0,0-1 1,0 0-5,2-4-5,1 0 0,-1 1 0,1 0 0,1 0 0,-1 0 1,1 0-1,0 0 0,0 1 0,0 0 0,0 0 0,1 1 0,-1-1 0,1 1 0,0 1 1,0-1-1,1 1 5,0-1-2,0 0 1,0 1 0,0 0-1,0 0 1,1 1-1,-1 0 1,0 0 0,1 1-1,-1 0 1,1 0 0,-1 1-1,1 0 1,-1 0 0,1 1 1,9 5 17,-1 0 0,0 1 1,-1 1-1,0 1 1,-1 0-1,0 1 0,0 0 1,-1 2-18,0-2 41,-12-11-53,-1 1 1,1 0 0,0 0-1,0 0 1,0-1 0,0 1 0,0 0-1,0-1 1,0 1 0,0-1-1,0 1 1,0-1 0,0 0 0,0 1-1,0-1 1,1 0 0,-1 0 0,0 0-1,0 0 1,0 0 0,0 0-1,1 0 12,-2 0-144,1-1 1,0 0-1,-1 1 0,1-1 0,-1 1 0,1-1 0,-1 0 0,1 0 0,-1 1 0,0-1 0,1 0 0,-1 0 0,0 1 0,1-1 1,-1 0-1,0 0 0,0 0 0,0 0 0,0 1 0,0-1 0,0 0 0,0 0 0,0 0 0,0 0 0,0 1 0,-1-2 144,1-10-1001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14.44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32 36 5425,'-9'-22'4864,"10"22"-4770,-1-1 0,0 1-1,0-1 1,0 1 0,0-1 0,0 1-1,-1-1 1,1 1 0,0-1 0,0 1-1,0-1 1,0 1 0,0-1 0,-1 1-1,1 0 1,0-1 0,0 1 0,-1-1-1,1 1 1,0 0 0,-1-1 0,1 1-1,0-1 1,-1 1 0,1 0 0,-1 0-1,1-1 1,-1 1 0,1 0 0,0 0-1,-1-1 1,1 1 0,-1 0 0,1 0-1,-1 0 1,1 0 0,-1 0 0,1 0-1,-1 0 1,1 0 0,-1 0 0,1 0-1,-1 0 1,1 0 0,-1 0 0,1 0-1,-1 0 1,1 1 0,-1-1 0,1 0-1,-1 0 1,1 1 0,-1-1-94,1 0 28,0 0 0,-1 1 0,1-1 0,0 0 0,-1 0 0,1 1 0,0-1 0,0 0 0,-1 0 0,1 1 0,0-1 0,0 0 0,-1 1 0,1-1 0,0 0 0,0 1 0,0-1 0,0 0 0,0 1 0,-1-1 0,1 0-1,0 1 1,0-1 0,0 1 0,0-1 0,0 0 0,0 1 0,0-1 0,0 0 0,1 1 0,-1-1 0,0 1 0,0-1 0,0 0 0,0 1 0,0-1 0,1 0 0,-1 1 0,0-1 0,0 0 0,0 0 0,1 1 0,-1-1 0,0 0 0,0 1 0,1-1 0,-1 0 0,1 0-28,14 16 993,14 1-405,1 0 0,32 11-588,-31-14 42,-1 1 1,0 1-1,4 4-42,-6 2 121,-1 1-1,-1 1 1,-1 1-1,-1 1 1,-2 1-1,0 1 1,-2 1-1,-1 1 1,-1 1-1,-2 1 1,0 4-121,-13-29 117,0 1 0,-1-1-1,0 1 1,-1 0 0,1-1 0,-2 1-1,1 0 1,-1 0 0,0 0 0,-1 0-1,0 0 1,-1 5-117,1-8 81,0-1-1,0 1 1,0-1-1,-1 1 1,0-1 0,0 0-1,0 0 1,0 0-1,-1 0 1,1 0 0,-1 0-1,0-1 1,0 1-1,0-1 1,-1 0-1,1 0 1,-1 0 0,0-1-1,0 1 1,0-1-1,0 0 1,-2 1-81,6-3 16,-1 0-1,0 0 1,1 0 0,-1 0-1,0 0 1,1 0 0,-1-1-1,0 1 1,1 0 0,-1 0-1,0-1 1,1 1 0,-1 0-1,1-1 1,-1 1 0,0 0-1,1-1 1,-1 1 0,1-1-1,-1 1 1,1-1 0,0 1-1,-1-1 1,1 1 0,-1-1 0,1 0-1,0 1 1,0-1 0,-1 1-1,1-1 1,0 0 0,0 0-16,0 1-76,0-1 1,0 1 0,1-1-1,-1 0 1,0 1 0,0-1 0,1 1-1,-1-1 1,0 1 0,1-1 0,-1 1-1,1-1 1,-1 1 0,1-1-1,-1 1 1,1-1 0,-1 1 0,1 0-1,-1-1 1,1 1 0,0 0-1,-1 0 1,1-1 0,-1 1 0,1 0-1,0 0 1,-1 0 0,1 0 0,0 0-1,-1 0 1,1 0 0,0 0-1,-1 0 1,1 0 75,17-3-1863,17-5 759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2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6 157 7778,'-2'-38'9711,"-1"2"-6598,2 30-3153,1 0-1,1 0 1,-1 0-1,1 0 1,0-1-1,0 1 1,0 0 40,0 4-6,0 0 0,0 0 1,0 0-1,0 0 0,0 0 1,0 1-1,1-1 0,-1 0 0,1 1 1,-1-1-1,1 1 0,-1-1 1,1 1-1,0 0 0,0 0 1,0-1-1,-1 1 0,1 0 0,0 1 1,1-1-1,-1 0 0,0 1 1,0-1-1,0 1 0,0 0 1,0-1-1,0 1 0,1 0 0,-1 0 1,0 0-1,0 1 0,0-1 1,0 1-1,1-1 0,-1 1 1,2 0 5,5 2 16,0 0-1,0 1 1,0 0 0,0 0 0,0 1 0,-1 0 0,0 0 0,0 1 0,-1 0 0,1 0 0,-1 1 0,0 0 0,-1 1-1,0-1 1,0 1 0,1 3-16,0-1 11,-1 0 0,0 0 1,-1 0-1,0 1 0,0 0 0,-1 0 0,-1 0 0,0 1 0,0-1 0,-1 1 0,-1-1 0,0 1 0,0 2-11,-1-12-1,0 10 10,-1 0 0,0 0 0,-1 1-1,0-1 1,-1 0 0,-3 7-9,5-17 3,0 1 0,0-1-1,-1 1 1,1-1 0,-1 0 0,1 0-1,-1 1 1,0-1 0,0 0 0,0-1-1,0 1 1,0 0 0,0-1 0,-1 1 0,1-1-1,0 1 1,-1-1 0,1 0 0,-1 0-1,1 0 1,-1-1 0,0 1 0,1 0-1,-1-1 1,0 0 0,1 0 0,-1 0-1,0 0 1,0 0 0,1 0 0,-3-1-3,0 0-25,-1 1 1,1-1 0,0 0-1,0-1 1,0 1-1,0-1 1,0 0 0,0-1-1,0 1 1,1-1 0,-1 0-1,1 0 1,0 0-1,0 0 1,0-1 0,0 0-1,0 0 1,1 0 0,0 0-1,0 0 1,0-1-1,0 0 1,1 1 0,0-1-1,-2-5 25,4 9-3,-1-1-1,1 1 1,0-1-1,0 0 1,0 1 0,0-1-1,0 1 1,1-1-1,-1 0 1,0 1-1,1-1 1,-1 1-1,1-1 1,0 1-1,-1-1 1,1 1 0,0 0-1,0-1 1,0 1-1,0 0 1,0-1-1,0 1 1,0 0-1,1 0 1,-1 0-1,0 0 1,1 0-1,-1 1 1,0-1 0,1 0-1,-1 0 1,1 1-1,-1-1 1,1 1-1,-1 0 1,1-1-1,0 1 1,-1 0-1,1 0 1,0 0 3,7-2-19,-1 1 1,1 0-1,0 1 1,0 0-1,-1 0 1,1 1-1,1 0 19,12 5 2,0 0 0,0 1 0,-1 1 0,0 1 0,0 1 0,11 8-2,-19-11-1,-10-6-5,1 0 0,-1 1 0,0-1 0,0 0 0,1-1 0,-1 1 0,0-1 0,1 1 0,-1-1 0,1 0 6,-2 0-63,-1 0-1,0 0 1,0 0-1,1-1 1,-1 1-1,0 0 1,0 0-1,0-1 1,0 1-1,1-1 0,-1 1 1,0-1-1,0 1 1,0-1-1,0 0 1,0 1-1,0-1 1,0 0-1,0 0 1,-1 0-1,1 0 0,0 0 1,0 0-1,-1 0 1,1 0-1,-1 0 1,1 0-1,-1 0 1,1 0-1,-1-1 64,14-18-2882,-9 9 2142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3.6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0 6305,'4'2'13655,"-7"-3"-10147,-5 1-4903,1 0 1393,0 1 1,0 0-1,0 1 1,0-1 0,0 1-1,0 1 1,1-1-1,-1 1 1,1 0-1,0 1 1,0-1 0,-1 2 1,-4 2 15,-17 4-2,25-10-17,0-1-1,0 1 1,1 0-1,-1 0 1,0 0-1,1 0 1,-1 0 0,1 1-1,-1-1 1,1 1-1,-1-1 1,1 1-1,0 0 1,0 0-1,0 0 1,0 1-1,0-1 1,1 0-1,-1 1 5,2-2-16,0-1-10,2 5 30,1 0 0,-1 0-1,0 0 1,0 0 0,-1 1 0,1-1 0,-1 1 0,0 5-4,-1-10 2,19 90 1,-20-72 32,1-19-25,0 0 0,0 0 0,0-1-1,-1 1 1,1 0 0,0 0 0,0 0-1,0 0 1,0 0 0,0 0 0,0 0-1,0-1 1,0 1 0,0 0 0,0 0 0,-1 0-1,1 0 1,0 0 0,0 0 0,0 0-1,0 0 1,0 0 0,0 0 0,0 0-1,-1 0 1,1 0 0,0 0 0,0 0-1,0 0 1,0 0 0,0 0 0,-1 0-1,1 0 1,0 0 0,0 0 0,0 0-1,0 0 1,0 0 0,0 0 0,-1 0-1,1 0 1,0 0-10,3-2-9,0 1-1,0 0 1,0-1-1,0 1 1,0 0 0,0 0-1,1 1 1,-1-1-1,0 1 1,0-1-1,1 1 1,-1 0-1,0 1 10,19-2-33,1 2 0,-1 1-1,0 0 1,0 2 0,-1 1-1,12 3 34,-20-4-24,-1 0 0,1 1 0,-1 0 0,0 1 0,0 0 0,0 1 0,-1 0 0,0 1 0,-1 0 0,0 1 0,6 6 24,-14-13-1,-1 0 0,1-1-1,-1 1 1,1 1 0,-1-1-1,0 0 1,0 0 0,0 0-1,0 1 1,0-1 0,0 0-1,-1 1 1,1-1 0,-1 1 1,0-2 0,0 0 0,0 1 0,0-1 1,0 0-1,-1 0 0,1 0 0,0 0 0,-1 0 1,1 0-1,-1 0 0,1 0 0,-1 0 0,1 0 1,-1 0-1,0 0 0,1 0 0,-1 0 0,0 0 1,0 0-1,0-1 0,0 1 0,-2 1 4,-1 0 0,0 0 1,1-1-1,-1 1 0,0-1 0,0 0 0,0 0 0,0 0 1,0 0-1,0-1 0,0 0 0,0 0 0,0 0 0,-2 0-4,-61-2 41,-31-3 88,89 4-123,0 0 0,0-1 0,0 0 0,1 0 0,-1-1-1,1-1 1,-1 1 0,1-1 0,0-1-6,8 4-204,0 1 0,0-1 0,0 0-1,0 0 1,0 1 0,1-1 0,-1 0 0,0 1-1,0-1 1,1 0 0,-1 1 0,1-1 0,-1 0 0,0 1-1,1-1 1,-1 1 0,1-1 0,-1 1 0,1-1 0,0 1-1,-1-1 1,1 1 0,-1 0 0,1-1 0,0 1 0,-1 0-1,1-1 1,0 1 0,0 0 0,-1 0 0,1 0 204,22-7-962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4.1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124 1 6097,'-21'44'11530,"3"14"-9072,-9 77-2364,-30 80 595,57-208-668,0-1-1,0 1 1,0 0-1,1 0 1,0-1-1,0 1 1,0 0-1,1-1 1,0 1-1,0-1 1,1 0-1,0 0 0,0 0 1,0 0-1,1 0 1,0 0-1,0-1 1,1 0-1,-1 0 1,1 0-1,4 3-20,-1 0 146,1-2 0,-1 1 0,1-1 0,0 0 0,0-1 1,1 0-1,-1 0 0,1-1 0,0-1 0,1 1 0,-1-2 0,0 1 0,6-1-146,-15-2-21,0 1 0,-1-1 1,1 0-1,0 0 0,0 0 0,-1 0 1,1 0-1,0-1 0,-1 1 0,1 0 0,0 0 1,0 0-1,-1-1 0,1 1 0,-1 0 1,1-1-1,0 1 0,-1 0 0,1-1 1,-1 1-1,1-1 0,-1 1 0,1-1 0,-1 1 1,1-1-1,-1 0 0,1 1 0,-1-1 1,0 1-1,1-1 0,-1 0 0,0 1 1,0-1-1,1 0 0,-1 0 0,0 0 21,-5-19-5291,-3 11 4088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4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9242,'12'0'6626,"4"12"-4841,9 16-871,-8-6-267,5 8-115,2 0-1,1-2 1,2-1 0,1-1-532,-23-20-49,1-1 1,1 0-1,-1 0 1,1-1 0,0 1-1,0-2 1,0 1 0,0-1-1,1 0 1,-1 0-1,1-1 1,0 0 0,0 0-1,0-1 1,0 0-1,0 0 1,0-1 0,0 0-1,0-1 1,0 0-1,4-1 49,-10 2-204,-1-1-1,1 1 1,0-1-1,-1 0 0,1 0 1,-1 1-1,1-1 0,-1 0 1,1-1-1,-1 1 1,0 0-1,0 0 0,1-1 1,0 0 204,1-10-880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4.7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1 6081,'-1'0'358,"0"0"-1,0 0 0,0 0 0,-1-1 0,1 1 1,0 1-1,0-1 0,0 0 0,0 0 1,-1 0-1,1 1 0,0-1 0,0 0 1,0 1-1,0-1 0,0 1 0,0 0 1,0-1-1,0 1 0,0 0 0,0-1 0,0 1 1,0 0-1,1 0 0,-1 0 0,0 1-357,-1 1 312,0 1 0,0-1 0,0 1-1,1-1 1,0 1 0,0 0-1,0 0 1,0 0 0,0 0-312,-1 15 324,1 1 0,1-1 0,1 9-324,-1-26 173,7 147 537,-6-149-739,-1 0 0,0 0 0,0 0 0,0 0 1,0-1-1,0 1 0,1 0 0,-1 0 0,0 0 0,0 0 1,0 0-1,0 0 0,1 0 0,-1 0 0,0 0 1,0 1-1,0-1 0,0 0 0,1 0 0,-1 0 0,0 0 1,0 0-1,0 0 0,0 0 0,0 0 0,1 0 1,-1 0-1,0 0 0,0 1 0,0-1 0,0 0 0,0 0 1,0 0-1,0 0 0,1 0 0,-1 1 0,0-1 1,0 0-1,0 0 0,0 0 0,0 0 0,0 1 0,0-1 29,7-19-2288,-6 17 2139,4-17-777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5.1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 8506,'2'1'823,"1"0"1,-1 0 0,1-1-1,0 1 1,-1-1 0,1 0-1,0 1 1,-1-1-1,1 0 1,-1-1 0,3 1-824,60-16 2075,-15 3-2048,-49 13-31,1-1 0,-1 1 0,0 0 0,0-1 0,1 1 0,-1 0-1,0 0 1,1 0 0,-1 0 0,0 0 0,1 0 0,-1 0 0,0 0 0,1 1 0,-1-1-1,0 0 1,0 1 0,1-1 0,-1 1 0,0-1 0,0 1 0,0 0 0,0-1 0,0 1-1,0 0 1,0 0 0,0 0 0,0 0 0,0 0 0,0 0 0,0 0 0,-1 0 0,1 0-1,0 0 1,-1 1 0,1-1 0,-1 0 0,1 1 4,-1 2-9,0 0 0,-1 0 0,1 0 0,-1 0 0,0 0 0,0 0 0,0 0 0,0 0 0,-1 0 0,0-1 0,0 1 0,0 1 9,-57 90-12,59-94 13,0 0 0,0 1 0,0-1-1,0 1 1,1-1 0,-1 0 0,0 1 0,1-1-1,-1 0 1,1 1 0,0-1 0,-1 0 0,1 1 0,0-1-1,0 0 1,0 0 0,0 0 0,0 0 0,0 0-1,0 0 1,0 0 0,0 0 0,0-1 0,1 1-1,31 21 44,-26-20-603,0-1 0,0 1-1,1-1 1,-1 0 0,1-1 0,6 0 559,1-2-906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5.4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 9810,'10'-1'10363,"21"1"-9952,-15 0-123,74-7 387,-27 1-1521,-19 5-3363,-44 1 3272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5.8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9338,'0'-1'195,"1"1"-1,-1-1 1,0 1 0,1-1-1,-1 1 1,1-1-1,-1 1 1,1-1 0,-1 1-1,1 0 1,0-1 0,-1 1-1,1 0 1,-1 0-1,1-1 1,0 1 0,-1 0-1,1 0 1,0 0 0,-1 0-1,1 0 1,0 0-1,-1 0 1,1 0 0,0 0-1,-1 0 1,1 0 0,-1 0-1,1 0 1,0 0-1,-1 1 1,1-1 0,0 0-1,-1 1 1,1-1 0,-1 0-1,1 1-194,0 1 205,0 0 0,0-1 0,-1 1 0,1 0 0,0 0 0,-1 0 0,1 0 1,-1 0-1,0 0 0,0 0 0,0 0 0,0 2-205,-8 67 979,8-68-675,-20 124 323,20-126-617,0 0 1,0 1-1,0-1 1,0 0-1,0 0 1,0 0 0,1 0-1,-1 0 1,0 0-1,1 0 1,-1 0-1,1 0 1,-1 1-1,1-2 1,0 1-1,-1 0 1,1 0-1,0 0 1,-1 0 0,1 0-1,0-1 1,0 1-1,0 0 1,0 0-1,0-1 1,1 1-11,36 9 202,-25-10-174,0 0 1,0-1 0,-1 0 0,12-3-29,55-3 23,-52 6-386,-22 0-441,-6 0-3800,1 1 3614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6.2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 6969,'3'-19'6151,"4"32"-3036,6 34-1490,63 316 2512,-75-357-4099,1-1 0,0 1 1,0-1-1,0 1 0,1-1 0,-1 0 1,1 0-1,2 2-38,-4-5 12,0 0 1,1 0-1,-1-1 1,1 1 0,0 0-1,-1-1 1,1 1-1,0-1 1,0 1-1,0-1 1,0 0-1,0 0 1,0 0-1,0 0 1,0 0-1,0 0 1,1-1-1,-1 1 1,0-1-1,1 1 1,-1-1-1,1 0-12,-3 0-59,1-1-1,-1 1 1,1-1 0,-1 1-1,0-1 1,1 1-1,-1-1 1,0 1-1,1-1 1,-1 1 0,0-1-1,1 1 1,-1-1-1,0 0 1,0 1 0,0-1-1,0 1 1,1-1-1,-1 0 1,0 1 0,0-1-1,0 0 1,0 1-1,0-1 1,-1 1 0,1-1-1,0 0 1,0 1-1,0-1 1,0 1 59,-5-32-2590,2 17 1066,2-9-404,0-4 985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6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11 7450,'-1'-3'3504,"0"-5"-224,10 13-1960,-5 35 1106,0-30-2160,0-1 1,1 0-1,0 0 1,1-1-1,0 1 0,0-1 1,1-1-1,0 1 1,0-1-1,5 4-266,88 65 1378,-81-62-1145,39 26 220,-2 3 0,-3 3-1,25 26-452,-59-51 53,0 0-1,-2 1 1,0 1-1,-1 1 1,-2 0-1,0 1 1,-2 0-1,-1 1 1,-1 1-1,1 5-52,2 15 264,-2 0 0,-3 0-1,-1 0 1,-3 1-1,-1 8-263,-3-56 9,0 1 1,0-1-1,1 0 1,-1 0-1,0 1 0,0-1 1,0 0-1,0 0 0,0 1 1,0-1-1,0 0 0,0 1 1,0-1-1,0 0 1,0 0-1,0 1 0,0-1 1,0 0-1,0 0 0,0 1 1,-1-1-1,1 0 0,0 0 1,0 1-1,0-1 1,0 0-1,0 0 0,-1 1 1,1-1-1,0 0 0,0 0 1,0 0-1,-1 1 0,1-1 1,0 0-1,0 0 1,-1 0-1,1 0 0,0 0 1,0 0-1,-1 1 0,1-1 1,0 0-1,0 0 0,-1 0 1,1 0-1,0 0 1,0 0-1,-1 0 0,1 0 1,0 0-1,-1 0 0,1 0 1,0 0-1,0-1 0,-1 1-9,-14-12 430,3 4-457,7 3-296,6 3-6620,-1 2 5350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7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42 175 2336,'-42'-1'-64,"51"3"7970,-8-3-49,-4-14-5512,2 12-2344,1 0-1,0 1 1,0-1-1,1 1 0,-1-1 1,1 1-1,-1-1 1,1 1-1,0-1 0,0 1 1,0-1-1,0 1 1,0 0-1,0-1 0,1 1 1,-1 0-1,1 0 1,-1 0-1,1 0 0,0 0 1,0 1-1,0-1 0,14-17 6,-11 11-13,0 0-1,1 1 1,0 0-1,0 0 1,1 0-1,0 1 1,0 0-1,1 0 1,-1 1-1,1 0 1,4-2 7,-9 6-1,0-1 0,1 1 0,-1 0-1,0 0 1,1 0 0,-1 0 0,1 1 0,-1-1 0,0 1 0,1 0-1,-1 0 1,1 0 0,-1 1 0,1-1 0,-1 1 0,1 0-1,-1 0 1,0 0 0,1 0 0,-1 1 0,0-1 0,0 1 0,0 0-1,0 0 1,0 0 0,-1 0 0,1 0 0,0 0 0,-1 1-1,0 0 1,1-1 0,-1 1 0,0 1 1,9 12 28,-1 0 1,0 1-1,-2 0 0,0 0 0,0 1 1,-2 0-1,0 0 0,0 7-28,2 15 34,-2-1-1,-1 1 1,-1 17-34,-4-50 11,0-1 0,0 0 0,-1 1-1,0-1 1,0 0 0,0 1 0,-1-1 0,0 0 0,0 0 0,0 0 0,-1-1 0,0 1 0,0 0 0,-1 0-11,1-2 24,0-1 1,0 0 0,0 1-1,0-1 1,0-1-1,-1 1 1,1-1 0,-1 1-1,0-1 1,1 0-1,-1 0 1,0 0 0,0-1-1,-1 0 1,1 1-1,0-1 1,0-1-1,0 1 1,-1-1 0,1 1-1,-2-2-24,3 1 12,-1-1 1,1 1-1,-1-1 0,1 0 0,-1-1 1,1 1-1,0-1 0,0 1 0,0-1 0,0 0 1,0 0-1,0 0 0,0-1 0,1 1 0,-1-1 1,1 1-1,-1-1 0,1 0 0,0 0 1,0 0-1,1 0 0,-1 0 0,1 0 0,-1-1 1,1 1-1,0 0 0,0-1 0,0-2-12,-1 1-11,1 0-1,0 0 0,0-1 1,0 1-1,0 0 1,1-1-1,0 1 0,0 0 1,1-1-1,-1 1 0,1 0 1,0 0-1,1-1 1,-1 1-1,1 0 0,0 0 1,0 1-1,1-1 1,0-1 11,-1 4-11,1 0 0,0 0 0,-1 0 0,1 0 0,0 1 1,0-1-1,0 1 0,0 0 0,0 0 0,0 0 1,0 0-1,0 1 0,1-1 0,-1 1 0,0 0 0,0-1 1,1 1-1,-1 1 0,0-1 0,0 1 0,0-1 0,1 1 1,-1 0-1,0 0 0,0 0 0,0 0 0,0 1 11,17 6-21,0 0-1,-1 2 0,13 7 22,-20-9-12,58 24 8,-66-30-261,0-1-1,0 1 1,-1-1 0,1-1 0,0 1 0,0 0-1,0-1 1,0 0 0,0 0 0,0 0-1,0 0 1,-1-1 0,1 0 0,0 1 0,0-1-1,0-1 1,2 0 265,8-9-1155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28.7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241 14 8898,'30'-10'7323,"-28"6"-3517,-21 5-2162,3 3-1641,0 0-1,1 1 1,-1 1-1,1 1 1,0 0-1,-9 7-2,-60 25 11,82-39-12,0 0 1,1 0-1,-1 1 1,0-1-1,0 1 1,1 0-1,-1-1 1,0 1 0,1 0-1,-1 0 1,1 0-1,-1 0 1,1 0-1,-1 0 1,1 1-1,0-1 1,-1 0-1,1 1 1,0-1 0,0 1-1,0-1 1,0 1-1,1 0 1,-1-1-1,0 1 1,1 0-1,-1-1 1,1 1-1,-1 0 1,1 0 0,0 0-1,0-1 1,0 1-1,0 0 1,0 0-1,0 0 1,0 0-1,1-1 1,-1 1-1,1 0 1,-1 0 0,0-1 0,0 0 0,0 0 0,0 0 0,0 0-1,0 0 1,0 0 0,0 0 0,-1 0 0,1-1 0,0 1 0,-1 0 0,1 0 0,0 0 0,-1 0 0,1-1-1,-1 1 1,0 0 0,1 0 0,-1-1 0,0 1 0,1 0 0,-1-1 0,0 1 0,0 0 0,-6 8 25,25-2 35,-5-3-20,-22-2 1,1-3 16,19-3 30,13 0-96,-1 1 0,1 0 0,0 2 0,0 1 0,0 1 0,1 1 9,-15-1-4,-1 1 0,1 0 0,-1 0 0,0 0 0,0 2 0,0-1 0,0 1 0,0 0 0,-1 1 0,1 0 0,-1 0 0,0 1 1,-1 0-1,0 0 0,0 1 0,3 3 4,25 29-24,26 32-11,-58-65 34,1-1-1,-1 0 1,0 1 0,0 0-1,-1 0 1,1 0 0,-1 0-1,-1 0 1,1 0 0,-1 0-1,0 1 1,0 4 1,-1-10 2,0 1 0,0-1 0,0 1 0,-1-1 0,1 1-1,0-1 1,0 1 0,-1-1 0,1 1 0,-1-1 0,0 1 0,1-1 0,-1 1 0,0-1 0,0 0-1,0 0 1,0 1 0,0-1 0,0 0 0,0 0 0,0 0 0,0 0 0,0 0 0,-1 0 0,1 0 0,0-1-1,-2 1-1,0 1 11,-1-1 0,0 0 0,0 0-1,0-1 1,-1 1 0,1-1-1,0 0 1,0 0 0,0 0 0,0-1-1,0 0-10,-12-1 44,0-2-1,0 0 1,0-1-1,1-1 1,-1-1-44,-23-8 160,31 13-100,-1 0 1,1-1 0,0-1 0,0 1 0,0-1 0,0-1 0,0 1 0,1-1-1,0-1 1,0 1 0,-4-5-61,11 10-23,0 0 0,0-1 0,0 1 0,0 0 0,0 0 0,0 0 0,-1 0 0,1 0 0,0 0 0,0 0 0,0 0 0,0-1 0,0 1 0,-1 0 0,1 0 0,0 0 0,0 0 0,0 0 0,0 0 0,-1 0 0,1 0 0,0 0 0,0 0 0,0 0-1,0 0 1,-1 0 0,1 0 0,0 0 0,0 0 0,0 0 0,0 1 0,0-1 0,-1 0 0,1 0 0,0 0 0,0 0 0,0 0 0,0 0 0,0 0 0,-1 0 0,1 1 0,0-1 0,0 0 0,0 0 0,0 0 0,0 0 0,0 0 0,0 0 0,0 1 0,0-1 0,0 0 0,0 0 0,0 0 0,0 0 0,-1 1 0,1-1 0,0 0-1,0 0 1,0 0 0,1 0 0,-1 1 0,0-1 0,0 0 0,0 0 0,0 0 0,0 0 0,0 0 0,0 1 23,0-1-123,0 1-1,1 0 0,-1 0 1,0-1-1,1 1 1,-1 0-1,1-1 1,-1 1-1,1 0 0,-1-1 1,1 1-1,-1-1 1,1 1-1,0-1 0,-1 1 1,1-1-1,0 0 1,-1 1-1,1-1 1,0 0-1,-1 1 0,1-1 1,0 0-1,0 0 1,-1 0-1,1 1 0,0-1 1,0 0-1,0 0 1,-1 0-1,1-1 124,18 1-1378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1.2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 2713,'7'-4'864,"-1"1"-1048,3 2-400,7-5 400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2.0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 14 4577,'20'-12'9546,"-18"10"-6292,-4 11-1616,-1 4-1665,-8 32 649,-7 24 531,-1 32-1153,15-76 71,2-1 1,1 1 0,0 0 0,2 0 0,1 0 0,2 4-72,-2-14 141,0-1 1,1 1 0,1 0-1,0-1 1,1 0-1,1 0 1,0 0-1,1-1 1,0 0-1,1 0 1,1-1 0,0 0-1,0 0 1,4 2-142,-8-12 71,-1 0 0,0-1 0,1 1 0,-1-1 0,1 0 0,0 0 0,-1 0 0,1 0 0,0-1 0,0 0 0,-1 0 0,1 0 1,0-1-1,0 0 0,-1 0 0,1 0 0,-1 0 0,1-1 0,-1 1 0,1-1 0,-1 0 0,0-1 0,0 1 0,2-2-71,-4 3-445,-2-1-6345,0 2 5548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3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8562,'-1'-4'4023,"2"1"-965,8 9-2197,17 18-227,-1 1 1,-1 1 0,-2 1-1,15 23-634,48 55 512,-41-68-276,-42-35-274,0-1 0,0 1 0,0-1 0,0 0 0,0 1 0,1-1-1,-1 0 1,1 0 0,-1-1 0,1 1 0,-1 0 0,1-1 0,-1 0 0,1 1 0,-1-1-1,1 0 1,-1 0 0,1-1 0,-1 1 0,2-1 38,-7-4-4914,2 4 3659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3.4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 2 7946,'-1'-1'165,"1"1"1,0 0 0,-1 0 0,1 0 0,0 0-1,-1 0 1,1 0 0,-1-1 0,1 1 0,0 0-1,-1 0 1,1 0 0,-1 0 0,1 1 0,0-1-1,-1 0 1,1 0 0,-1 0 0,1 0 0,0 0-1,-1 0 1,1 1 0,0-1 0,-1 0-1,1 0 1,0 1 0,-1-1 0,1 0 0,0 0-1,-1 1 1,1-1 0,0 0 0,0 1 0,-1-1-1,1 0 1,0 1 0,0-1 0,0 0-166,-9 26 2449,-1 46-2663,6-43 959,-7 25 72,-2 0-1,-9 20-816,24-85-3341,-1-4 2258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3.7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9778,'12'5'3793,"-1"7"-2761,5 2-128,-3 10-184,1 5-143,-4 3-57,3 5-48,-7-9-232,4-2-24,-2-5-128,0-8-96,3-3-232,-20-3-416,16-8-833,-9 1-2655,-18-7 2767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4.0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 8026,'6'0'3448,"5"0"-1999,4-1-665,5 2-184,6-2-392,10 1-96,-13-4-176,0 2-128,3-5-1008,-9-2 824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4.4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1 125 7122,'0'0'2992,"0"0"-1061,0 0-784,-1-5 2438,4-3-3580,0-1 1,0 1-1,1 0 0,0 0 1,0 0-1,1 0 0,0 1 1,0 0-1,1 0 0,0 0 1,0 1-1,2-2-5,-6 6 19,0 0 0,0 1 0,0-1 0,0 0 1,0 1-1,1-1 0,-1 1 0,0 0 0,1 0 0,0 0 0,-1 0 1,1 0-1,-1 0 0,1 1 0,0-1 0,0 1 0,-1 0 0,1 0 0,0 0 1,0 0-1,-1 0 0,1 1 0,0-1 0,-1 1 0,1-1 0,0 1 1,-1 0-1,1 0 0,-1 1 0,1-1 0,-1 0 0,0 1 0,0-1 1,1 1-1,-1 0 0,0 0 0,0 0 0,-1 0 0,1 0 0,0 0 0,-1 0 1,1 1-1,0 0-19,4 7 70,0 0 1,-1 0 0,0 0-1,-1 0 1,0 1 0,0-1-1,-1 1 1,0 0 0,-1 0-1,0 7-70,0 16 54,-1 0-1,-3 27-53,0-3 70,2-53-53,0 1 1,0 0-1,-1 0 1,0 0-1,0 0 1,-1 0-1,1-1 1,-1 1-1,-1 0-17,3-5 11,-1 0 0,1 0-1,-1 0 1,0 0 0,1-1 0,-1 1 0,0 0-1,0 0 1,0 0 0,1-1 0,-1 1 0,0 0 0,0-1-1,0 1 1,0-1 0,0 1 0,0-1 0,-1 1-1,1-1 1,0 0-11,-1 1 22,0-2 0,0 1 1,0 0-1,0 0 0,0 0 0,0-1 0,0 1 0,1-1 1,-1 0-1,0 1 0,0-1 0,1 0 0,-1 0 0,0 0 1,1 0-1,-2-1-22,-2-2-7,1 1 0,-1 0-1,1-1 1,0 0 0,-1 0 0,2 0 0,-1-1 0,0 0 0,1 1 0,0-1 0,0 0 0,1 0 0,-3-5 7,4 5-7,0 1 0,1 0 0,-1-1 0,1 1 1,0-1-1,0 1 0,1 0 0,-1-1 0,1 1 0,0 0 1,0-1-1,0 1 0,0 0 0,1 0 0,0 0 1,0 0-1,0 0 0,3-3 7,-4 4 0,3-3 5,-1-1-1,1 1 1,0 1 0,1-1-1,-1 1 1,1-1 0,0 1-1,1 0-4,-4 4 1,0 0 1,-1 0-1,1 0 0,0 1 0,0-1 0,0 0 0,0 1 0,0 0 1,0-1-1,0 1 0,0 0 0,0 0 0,0 0 0,0 0 1,0 1-1,0-1 0,0 0 0,0 1 0,0 0 0,-1-1 1,1 1-1,0 0 0,0 0 0,0 0 0,-1 0 0,1 0 1,0 0-1,-1 1 0,1-1 0,0 1-1,29 20 5,1-2 0,1-1 0,16 6-5,-34-13-34,0 0-517,-14-12 468,-1 1-1,0-1 1,1 0-1,-1 0 1,0 0 0,1 0-1,-1 0 1,0 0-1,1 1 1,-1-1 0,0 0-1,1 0 1,-1 0 0,1 0-1,-1 0 1,0-1-1,1 1 1,-1 0 0,0 0-1,1 0 1,-1 0-1,0 0 1,1 0 0,-1-1-1,0 1 1,1 0 0,-1 0-1,0 0 1,1-1-1,-1 1 1,0 0 0,0 0-1,0-1 1,1 1 0,-1 0-1,0-1 1,0 1-1,0 0 1,1-1 0,-1 1-1,0 0 84,5-11-1092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4.7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22 4313,'0'-3'798,"-3"-16"9063,24 37-6185,19 21-2976,2-3-1,21 13-699,-24-19 103,-1 1 0,-1 2 0,-1 1 0,7 13-103,-33-36 11,-2 1 1,1 0 0,-2 0-1,0 1 1,0-1 0,-1 2-1,-1-1 1,0 1 0,0-1 0,-2 1-1,0 0 1,0 1 0,-2-1-1,1 0 1,-2 1 0,0 11-12,-1-16 17,-5 41 115,6-50-118,0-1 0,0 1 1,0 0-1,0 0 0,0 0 0,0 0 0,-1 0 1,1 0-1,0-1 0,-1 1 0,1 0 1,-1 0-1,1 0 0,-1-1 0,1 1 1,-1 0-1,1-1 0,-1 1 0,0 0 0,1-1 1,-1 1-1,0-1 0,0 1 0,1-1 1,-1 1-1,0-1 0,0 0 0,0 1 1,0-1-1,1 0 0,-1 0 0,0 0 0,0 1 1,0-1-1,0 0 0,0 0 0,0 0 1,0 0-1,1-1 0,-1 1 0,0 0 1,0 0-1,0 0 0,0-1 0,0 1-14,-3-4-141,1 0 0,-1 1 0,0-2 0,1 1-1,0 0 1,0-1 0,0 1 0,0-1 0,1 0 0,0 0-1,0 0 1,0 0 0,1-1 0,0 1 0,0 0 0,0-1 141,-7-21-1897,-3 4 283,5-1 639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5.1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45 8170,'4'-4'621,"0"0"-1,-1 0 1,1 0 0,1 1 0,-1-1 0,1 1-1,-1 0 1,1 0 0,0 1 0,0 0 0,0-1-1,0 2 1,0-1 0,4 0-621,-17 20 1055,4-4-812,-26 48 500,15-33-351,1 1-1,2 0 0,1 1 0,-7 28-391,10-22 129,2 0 1,1 0-1,2 0 0,1 13-129,2-39 63,1 0-1,0 0 1,1-1-1,0 1 1,0-1-1,1 1 1,0-1-1,1 0 1,1 0 0,-1 0-1,1-1 1,1 1-1,0-1 1,0 0-1,1-1 1,0 0-1,4 4-62,-6-9 91,0 0-1,1 0 0,-1-1 0,1 0 1,0 1-1,-1-2 0,1 1 0,0-1 1,0 0-1,0 0 0,0-1 0,0 1 1,1-1-1,-1-1 0,2 1-90,3-1-207,1 0 0,-1 0 0,0-1 0,0-1 0,0 0-1,0 0 1,10-5 207,-18 6-482,0 0-1,0 0 0,0 0 0,0-1 1,0 1-1,-1-1 0,1 0 0,-1 0 0,1 0 1,-1-1 482,3-3-961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5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6 8586,'-3'-1'4404,"-1"-4"-2281,13 5 176,-5 1-2171,0 1 0,0 0 0,-1-1 1,1 1-1,0 1 0,-1-1 0,1 0 0,-1 1 1,0 0-1,0 0 0,0 0 0,1 2-128,36 47 489,-17-20-248,53 51 189,-48-55-338,-2 2 0,-1 0 0,1 6-92,-20-27 12,-6-8-29,0 0 0,0-1 0,0 1 0,1 0 0,-1-1-1,0 1 1,1-1 0,-1 1 0,1-1 0,-1 1 0,1 0 0,-1-1 0,1 0 0,-1 1 0,1-1 0,-1 1 0,1-1 0,-1 0 0,1 1 0,0-1 0,-1 0 0,1 0 0,0 1-1,-1-1 1,1 0 0,0 0 0,-1 0 0,1 0 0,0 0 0,-1 0 0,1 0 0,0 0 0,-1 0 0,1 0 0,0 0 0,-1 0 0,1-1 0,0 1 0,-1 0 0,1 0 0,0-1 0,0 1 17,16-7-1437,-16 6 1150,-1 0 1,1 0-1,0 0 1,0 0-1,-1 0 1,1 0-1,-1 0 0,1 0 1,-1 0-1,1 0 1,-1 0-1,0 0 1,1-1-1,-1 1 0,0 0 1,0 0-1,0 0 1,0-1-1,0 0 287,-1-20-1838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5.8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0 10050,'-2'4'6869,"0"14"-6662,0-6 343,-44 233 1173,44-227-1633,1-13-3150,1-6 2202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6.1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 8002,'14'0'3865,"7"-1"-1097,-7 2-1256,7-1-423,3 0-225,5 0-352,-8-2-176,1 1-200,-6 0-112,-3-1-144,-2 0-160,-4-1-712,6 2-345,-2-5 761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6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97 10242,'1'-4'849,"0"0"-1,1 1 1,-1-1-1,1 1 1,0 0-1,0-1 1,0 1-1,1 0 1,-1 0-1,1 1 1,0-1 0,2-2-849,19-6 146,10-6-88,-28 13-70,1 0 0,-1 1 0,1 0 0,-1 0 0,1 1 0,0-1 0,4 1 12,-9 1-4,-1 1-1,1 0 1,0 1-1,-1-1 1,1 0-1,-1 0 1,1 1-1,0-1 1,-1 0-1,1 1 1,-1 0-1,1-1 1,-1 1-1,0 0 0,1 0 1,-1 0-1,0 0 1,1 0-1,-1 0 1,0 0-1,0 0 1,0 0-1,0 1 1,0-1-1,0 0 1,0 1-1,-1-1 1,1 1-1,0-1 1,-1 1-1,1-1 1,-1 1-1,0-1 1,1 1-1,-1 1 5,2 10 3,-1 0 0,0 1-1,-1-1 1,-1 0 0,0 0 0,-1 0 0,0 1 0,-1-1-1,0-1 1,-5 11-3,-1 10-11,7-23 32,-1-1 0,0 0 0,-1 1 0,0-2 0,-1 1 0,1 0 0,-2-1 0,1 0 0,-1 0 0,-1-1 0,1 1-1,-1-1 1,-3 2-21,9-9 5,1 1 0,0-1 0,-1 0-1,1 0 1,-1 1 0,1-1-1,-1 0 1,1 0 0,0 1-1,-1-1 1,1 0 0,-1 0 0,1 0-1,-1 0 1,1 0 0,-1 0-1,1 0 1,-1 0 0,1 0-1,-1 0 1,1 0 0,-1 0 0,1 0-1,-1 0 1,1-1 0,-1 1-1,1 0 1,0 0 0,-1 0-1,1-1 1,-1 1 0,1 0 0,0-1-1,-1 1 1,1 0 0,-1-1-1,1 1 1,0 0 0,0-1-1,-1 1 1,1-1 0,0 1 0,0-1-1,-1 1 1,1 0 0,0-1-1,0 1 1,0-1 0,0 1-1,0-1 1,0 1 0,0-1 0,0 1-1,0-1 1,0 1 0,0-1-1,0 0-4,-2-29 104,4 25-108,-1 0 0,1 1 0,0-1 0,0 1 0,1-1-1,-1 1 1,1 0 0,0 0 0,0 0 0,0 0-1,0 0 1,1 1 0,0 0 0,-1-1 0,1 1-1,0 1 1,1-1 0,-1 1 0,0-1 0,1 1-1,0 0 1,-1 1 0,1-1 0,0 1 0,0 0 0,0 0-1,-1 1 1,1-1 0,0 1 0,0 0 0,0 0-1,0 1 1,0 0 0,0-1 0,0 2 0,0-1-1,-1 0 1,1 1 0,0 0 0,-1 0 0,1 1-1,0 0 5,18 12-1,-2 1-1,0 1 1,-1 1-1,5 7 2,9 8-66,-27-26-139,-6-7-2314,-4-5 160,1-1 1309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6:37.1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46 6737,'-17'-32'6803,"12"19"-4353,7 14 1007,3 5-3418,1 0 1,-1 1-1,1-2 1,1 1-1,-1-1 1,1 0-1,0 0 1,0-1-1,1 0 1,4 2-40,29 18 141,-15-8-60,0 1 0,-2 1 0,0 1 0,-1 2 0,-1 0 0,-1 1 0,-1 1-1,-1 1 1,-1 1 0,-1 1 0,-2 0 0,0 1 0,6 18-81,-6-11 145,-1 1 1,-2 0-1,-1 1 0,-2 0 0,-1 1 0,-2 0 0,0 32-145,-6-68 47,1 0 0,-1 1 0,0-1 0,0 1 0,0-1 0,0 1 0,-1-1 0,1 0 0,0 1 0,-1-1 0,1 0 0,-1 1 0,1-1-1,-1 0 1,0 1 0,1-1 0,-1 0 0,0 0 0,0 0 0,0 0 0,0 0 0,0 0-47,0 0 37,-1-1 0,1 0 0,-1 1 0,1-1 0,-1 0 0,0 0 0,1 0 1,-1 0-1,1-1 0,-1 1 0,1 0 0,-1-1 0,1 1 0,-1-1 0,1 1 0,-1-1 0,1 0 0,0 1 0,-1-1 0,1 0 0,-1-1-37,0 1-4,1 0 0,-1 0 0,0-1 0,1 1-1,-1-1 1,1 1 0,-1-1 0,1 0 0,0 0-1,-1 1 1,1-1 0,0 0 0,1 0 0,-1 0-1,0 0 1,0 0 0,1 0 0,-1 0-1,1-2 6,-5-11-7927,5 14 6160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04.732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65 78 5705,'-13'-5'6482,"-7"2"-4577,19 3-1784,-1 1 0,1-1 0,0 0 0,-1 0 0,1 0 0,-1 0 0,1-1 0,-1 1 1,1 0-1,-1-1 0,1 1 0,0-1 0,-1 1 0,1-1 0,0 1 0,-1-1 0,1 0 0,0 0 1,0 0-1,0 0 0,0 0 0,0 0 0,0 0-121,1-1 147,2 0 0,-1 0 0,0-1 0,0 1-1,1 0 1,-1 1 0,1-1 0,-1 0 0,1 0 0,0 1 0,0-1 0,0 1 0,0-1 0,0 1-1,0 0 1,0 0 0,0 0 0,0 0 0,1 0 0,-1 0 0,0 1 0,1-1-147,60-15-15,-57 14 161,8 0-86,0 0 0,0 0 0,0 2 0,0-1 0,12 3-60,-22-2 16,0 0 0,1 1 0,-1-1 0,0 1 0,1 0 1,-1 1-1,0-1 0,0 1 0,0-1 0,0 1 0,0 1 0,0-1 0,0 0 0,-1 1 0,1 0 0,-1 0 1,0 0-1,0 0 0,0 1 0,1 0-16,-4-3 11,0 0 1,0 0-1,0 0 0,1 0 1,-1 0-1,0 0 1,0 0-1,0 0 0,0 0 1,-1 0-1,1 0 1,0 0-1,0 0 0,0 0 1,-1 0-1,1 0 1,-1 0-1,1-1 0,-1 1 1,1 0-1,-1 0 1,1 0-1,-1 0 0,0-1 1,1 1-1,-1 0 1,0-1-1,0 1 0,1-1 1,-1 1-1,0 0 1,0-1-1,0 0 0,0 1 1,0-1-1,0 1-11,-43 18 179,35-16-119,-25 7 35,28-9-92,0 1-1,0-1 1,0 1-1,0 1 0,1-1 1,-1 1-1,-3 2-2,10-3-5,1 0-1,-1-1 0,0 1 1,0 0-1,1-1 0,-1 1 1,0-1-1,1 1 0,0-1 1,-1 0-1,1 1 0,0-1 1,0 0-1,0 0 0,-1 0 1,2 0 5,-2-1 0,22 13 0,-1 1 1,0 1 0,0 1 0,-2 1 0,0 0 0,-1 2-1,0 0 1,7 12-1,-26-30 1,1-1 0,-1 1 1,1-1-1,-1 1 0,1-1 0,-1 1 0,1-1 0,-1 1 0,1 0 0,-1-1 0,0 1 0,1 0 1,-1-1-1,0 1 0,0 0 0,0 0 0,1-1 0,-1 1 0,0 0 0,0 0 0,0-1 1,0 1-1,0 0 0,0 0 0,0-1 0,-1 1 0,1 0 0,0-1 0,0 1 0,-1 0 0,1 0 1,0-1-1,-1 1 0,1-1 0,0 1 0,-1 0 0,1-1 0,-1 1 0,1-1 0,-1 1 0,1-1 1,-1 1-1,0-1 0,1 1 0,-1-1 0,0 0 0,1 1 0,-1-1 0,0 0 0,1 1 0,-1-1 1,0 0-2,-2 1 17,0-1 1,0 0-1,0 0 1,0 0-1,-1 0 1,1 0 0,0 0-1,0-1 1,0 1-1,0-1 1,0 0-1,0 0-17,-55-23 314,-1 4-1,-17-3-313,69 21 24,11 2-1123,18 2-967,-10-1 3608,5 3-916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05.310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6 40 7170,'0'-5'2948,"-3"-19"3606,2 18-4470,-1 12-778,2 14-1255,1-1 1,1 1-1,1 0 1,0 0-1,6 16-51,-8-35 21,-1 0 0,1 0 1,-1 0-1,1 1 0,0-1 0,0 0 0,-1 0 1,1 0-1,0-1 0,0 1 0,0 0 1,0 0-1,0 0 0,0-1 0,0 1 0,0 0 1,0-1-1,0 1 0,1-1 0,-1 1 0,0-1 1,0 0-1,1 1 0,-1-1 0,0 0 1,0 0-1,1 0 0,-1 0 0,0 0 0,0 0 1,1 0-1,-1 0 0,0-1 0,0 1 0,1-1 1,-1 1-1,0 0 0,0-1 0,1 0-21,2 0 38,0-1 0,-1 1 0,1-1 0,-1 0 0,0 0-1,1 0 1,-1 0 0,0-1 0,0 1 0,0-1 0,0 0 0,1-2-38,0-3-28,-1 0 0,-1 0 0,1 0 0,-1 0 0,-1-1 0,1 1 0,-2 0 0,1-6 28,7-38-215,-7 52 198,-1 1 1,1-1-1,0 0 1,0 1-1,0-1 1,-1 0 0,1 1-1,0-1 1,0 1-1,-1-1 1,1 1-1,0 0 1,-1-1-1,1 1 1,-1 0-1,1-1 1,-1 1-1,1 0 1,-1 0-1,1-1 1,-1 1-1,0 0 1,1 0-1,-1 0 1,0 0 16,22 34 36,-18-28-58,59 83 6,-40-61 22,-2 1-1,5 11-5,-25-40 14,-1-1-1,1 1 0,-1-1 1,1 1-1,-1 0 1,1-1-1,-1 1 0,1 0 1,-1-1-1,0 1 1,1 0-1,-1-1 0,0 1 1,0 0-1,0 0 1,0-1-1,1 1 0,-1 0 1,0 0-1,0-1 1,0 1-1,0 0 0,-1 0 1,1-1-1,0 1 1,0 0-1,0 0 0,-1-1 1,1 1-1,0 0 1,-1-1-1,1 1 0,0 0 1,-1-1-1,1 1 1,-1 0-1,1-1 0,-1 1 1,1-1-1,-1 1 1,0-1-14,-1 1 63,-1-1 0,0 1 0,0-1 1,0 0-1,0 0 0,0 0 0,0 0 1,0 0-1,0-1 0,1 1 0,-1-1 1,0 0-64,-12-3 287,1 0 0,0-1 1,0-1-1,-9-5-287,13 6 51,0 0-1,0 0 1,0 1 0,0 0 0,-2 1-51,-23-10-439,31 9-2854,8 2-1932,0 1 3242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05.655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0 4 8586,'1'-1'450,"0"1"1,1-1-1,-1 1 0,0 0 1,1-1-1,-1 1 1,0 0-1,0 0 1,1 0-1,-1 0 0,0 0 1,1 0-1,-1 1 1,0-1-1,0 0 0,1 0 1,-1 1-1,0-1 1,0 1-1,0 0 0,1-1-450,22 24 1852,-17-14-1909,-1 1 0,0 0-1,-1 0 1,3 8 57,1 7 87,-1-6-194,0 0-1,0 0 1,6 6 107,-14-25-41,0-1-1,0 0 1,0 0-1,0 0 0,0 0 1,0 1-1,0-1 1,0 0-1,0 0 1,0 0-1,0 0 1,0 1-1,0-1 1,0 0-1,0 0 1,0 0-1,0 0 1,0 1-1,0-1 0,0 0 1,0 0-1,0 0 1,0 0-1,0 1 1,0-1-1,-1 0 1,1 0-1,0 0 1,0 0-1,0 0 1,0 0-1,0 1 0,-1-1 1,1 0-1,0 0 1,0 0-1,0 0 1,0 0-1,0 0 1,-1 0-1,1 0 1,0 0-1,0 0 1,0 0-1,-1 0 1,1 0-1,0 0 0,0 0 1,0 0-1,0 0 1,-1 0-1,1 0 1,0 0-1,0 0 1,0 0-1,0 0 1,-1 0-1,1 0 1,0 0-1,0 0 0,0-1 1,0 1-1,0 0 1,-1 0-1,1 0 1,0 0-1,0 0 42,-19-5-3765,17 4 3192,-20-5-952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05.999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18 17 8002,'-7'1'3568,"2"3"-1655,0-4-609,8 0-296,0 0-127,14 2-265,6-1-96,11-1-328,1 0-104,-8-4-96,5-1-112,-12 0-448,-1 3-320,-9-2-1049,0 0 1169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07.030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0 15 5881,'6'-1'6638,"46"-5"748,-19 2-7425,1 1 1,0 2 0,-1 2 0,16 2 38,-47-2 13,1 0 1,-1 0-1,-1 0 0,1 1 0,0-1 0,0 0 0,0 1 1,-1 0-1,1-1 0,-1 1 0,1 0 0,-1 0 0,0 0 1,1 0-1,-1 0 0,0 0 0,-1 0 0,1 0 0,0 0 1,0 0-1,-1 1 0,1-1 0,-1 2-13,8 55 548,-5-29-285,1-1 0,7 24-263,3 20 156,-13-61 61,-2-16-2097,1-26-2189,4-4 3039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07.490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12 27 5657,'-12'-19'4839,"14"11"-1803,1 8-2847,-1 0 0,1 0-1,-1 0 1,1 1 0,-1-1 0,1 1 0,-1-1-1,0 1 1,1 0 0,-1 0 0,0 0 0,1 0-189,71 37 535,-55-23-360,0 0 0,-2 1 0,0 1-1,0 0 1,-2 1 0,0 1 0,-1 0 0,-1 1 0,-1 1 0,-1 0 0,1 5-175,14 36 239,-2 1 0,-4 1 1,3 24-240,-11-50 88,1-1 1,14 24-89,-23-51 13,-4-9-11,1 0 0,0 0 0,-1 0-1,1-1 1,-1 1 0,1 0-1,-1 0 1,0 0 0,1 0-1,-1 1 1,0-1 0,0 0 0,1 0-1,-1 0 1,0 0 0,0 0-1,0 0 1,-1 0 0,1 0-1,0 0 1,0 0 0,0 0 0,-1 0-1,1 0 1,-1 0 0,1 0-1,-1 0 1,1 0 0,-1 0-1,1 0 1,-1 0 0,0-1 0,0 1-1,1 0 1,-1 0 0,0-1-1,0 1 1,0 0 0,0-1-1,0 1 1,1-1 0,-1 1 0,0-1-1,0 0 1,0 1 0,-1-1-1,1 0 1,0 0 0,0 0-1,0 1 1,0-1 0,0 0 0,0-1-1,0 1 1,0 0 0,0 0-1,0 0-1,-13-1-444,0-1 0,1 0 0,-1 0-1,-8-4 445,9 3-843,-23-6-68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08.041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95 1 7202,'0'0'134,"1"0"0,-1 0 0,0 0 1,0 0-1,1 0 0,-1 0 1,0 0-1,0 0 0,1 0 0,-1 1 1,0-1-1,0 0 0,1 0 1,-1 0-1,0 0 0,0 0 0,0 1 1,0-1-1,1 0 0,-1 0 1,0 1-1,0-1 0,0 0 0,0 0 1,0 0-1,1 1 0,-1-1 1,0 0-1,0 0 0,0 1 0,0-1 1,0 0-1,0 1 0,0-1 1,0 0-1,0 0 0,0 1 1,0-1-1,0 0 0,0 0 0,0 1 1,0-1-1,-1 0 0,1 0 1,0 1-1,0-1 0,0 0 0,0 0 1,0 1-1,0-1 0,-1 0 1,1 0-135,-4 29 327,0-5 403,-1 11-240,-1-1 1,-1 0 0,-3 0-1,0-1 1,-7 13-491,4-11 273,8-20-208,0 1 1,2-1-1,-1 1 1,2 0-1,0 0 1,1 0-1,1 0 1,0 0-1,1 0 1,1 0-1,0 0 1,1 0-66,0-4 1,1-1 0,0 0 1,0 0-1,1 0 0,0 0 1,1-1-1,0 0 0,1 0 0,0 0 1,1-1-1,0 0 0,0-1 1,1 0-1,0 0 0,0 0 1,5 2-2,4 1-383,1 0 1,0-1-1,1-1 1,-1-1-1,2-1 1,16 4 382,19 3-789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08.813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142 1 8202,'-13'13'1901,"1"1"1,0 1-1,1 0 1,-8 15-1902,9-12 513,1 0 0,0 1 0,2 0 0,-1 3-513,-1 12 152,2 0 0,1 0-1,1 1 1,2-1 0,1 8-152,2-29 38,1-1 0,0 1 1,0-1-1,2 1 0,-1-1 1,2 0-1,-1 0 1,2 0-1,-1-1 0,2 0 1,-1 1-1,2-2 0,-1 1 1,2-1-1,-1 0 1,1 0-1,1-1 0,-1 0 1,2-1-1,-1 0 0,1 0 1,0-1-1,1 0 0,0-1 1,0 0-1,8 2-38,-13-6 8,0 1 0,0 0 0,0 0 0,0 0 0,0 1-1,-1 0 1,0 0 0,1 0 0,-2 1 0,2 0-8,-3-5-808,-4-1-2478,1 0 2304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09.461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12 45 7698,'-6'-18'5169,"5"18"-5115,1 0-1,0-1 0,-1 1 1,1-1-1,-1 1 1,1-1-1,0 1 0,-1-1 1,1 1-1,0-1 0,0 0 1,-1 1-1,1-1 0,0 1 1,0-1-1,0 0 0,0 1 1,0-1-1,0 1 1,0-1-1,0 0 0,0 1 1,0-1-1,0 0 0,0 1 1,0-1-1,0 1 0,1-1 1,-1 1-1,0-1 0,0 0 1,1 1-1,-1-1 0,0 1 1,1-1-1,-1 1 1,1-1-1,-1 1 0,1 0 1,-1-1-1,1 1 0,-1-1 1,1 1-1,-1 0 0,1-1 1,-1 1-1,1 0 0,-1 0 1,1 0-1,0-1 1,-1 1-1,1 0 0,-1 0 1,1 0-1,0 0 0,-1 0 1,1 0-1,0 0 0,-1 0 1,1 0-1,0 1-53,11-3 6,0 2 1,1 0-1,-1 0 0,1 1 0,-1 0 0,1 2 1,-1-1-1,6 3-6,-13-3 6,0-1 0,0 1 0,-1 0 0,1 0 1,-1 1-1,0-1 0,1 1 0,-1 0 0,-1 0 0,1 1 0,1 0-6,-4-2 6,1-1 1,-1 1-1,0 0 0,0 0 0,0 0 0,0 1 0,0-1 1,0 0-1,0 0 0,-1 1 0,1-1 0,-1 0 0,1 0 0,-1 1 1,0-1-1,0 0 0,0 1 0,0-1 0,-1 0 0,1 1 1,-1-1-1,1 0 0,-2 2-6,0 0 28,-1 0 1,1 0-1,-1-1 0,0 1 1,-1 0-1,1-1 1,0 0-1,-1 0 0,0 0 1,0 0-1,0-1 1,0 0-1,0 0 1,0 0-1,-1 0 0,1 0 1,-1-1-1,1 0 1,-1 0-1,-2 0-28,16 1-18,1 0-1,-1 1 1,0-1 0,0 2 0,0-1-1,0 1 1,-1 1 0,1 0 0,-1 0-1,7 6 19,-12-9 3,1 1-1,-1-1 1,0 1-1,0 0 0,0 0 1,0 1-1,0-1 0,-1 0 1,0 1-1,1 0 1,-1-1-1,-1 1 0,1 0 1,0 0-1,-1 0 0,0 1 1,0-1-1,0 0 1,0 0-1,-1 0 0,0 1 1,0-1-1,0 0 0,0 1 1,-1-1-1,1 0 1,-1 0-1,-1 2-2,1-3 48,0-1-1,-1 1 1,0 0 0,1-1 0,-1 1-1,0-1 1,0 0 0,0 0 0,-1 0-1,1 0 1,0 0 0,-1 0 0,0 0-1,1-1 1,-1 1 0,0-1 0,0 0-1,1 0 1,-1 0 0,0 0 0,0-1-1,0 1 1,0-1 0,0 1 0,0-1-1,-1 0 1,1 0 0,0-1 0,0 1-1,0-1 1,-2 0-48,-6 0 68,0-1 0,0-1 0,0 0 0,0 0-1,0-1 1,1 0 0,-1-1 0,1-1-68,7 4-97,0 0-1,1 0 0,0 0 1,-1 0-1,1 0 1,0-1-1,0 1 1,0-1-1,1 0 1,-1 0-1,1 1 1,-1-1-1,1 0 1,0 0-1,0 0 1,0-1-1,0 1 1,1 0 97,-2-4-938,-2 1 154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10.020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6 1 9538,'2'9'4931,"5"22"-4241,-2-9-780,-3-18 152,-1 0 0,1 0 1,-1 0-1,1 0 0,0 0 1,1-1-1,-1 1 0,1-1 1,0 1-1,-1-1 0,2 0 0,-1 0 1,0 0-1,0 0 0,1-1 1,0 1-1,-1-1 0,1 0 1,0 0-1,0 0 0,0-1 1,3 1-63,-5-1 36,1-1 1,0 1-1,-1-1 1,1 0-1,0 0 1,0 0-1,-1 0 1,1 0-1,0 0 0,-1-1 1,1 0-1,0 1 1,-1-1-1,1 0 1,-1 0-1,1 0 1,-1-1-1,1 1 1,-1-1-1,0 1 1,0-1-1,0 0 1,0 0-1,0 0 1,0 0-1,0 0 0,-1 0 1,1 0-1,-1-1 1,1 1-1,-1 0 1,0-1-1,0 1 1,0-1-37,5-24-316,3-15-153,-8 41 457,-1 0-1,0 0 1,0 0-1,1 0 1,-1 0 0,1 0-1,-1 0 1,1 0 0,-1 0-1,1 0 1,0 0-1,-1 0 1,1 0 0,0 0-1,0 0 1,-1 1-1,1-1 1,0 0 0,0 1-1,0-1 1,0 1-1,0-1 1,0 1 0,0-1-1,0 1 1,1-1 12,0 3-8,1-1 0,0 0 1,-1 1-1,1 0 0,-1-1 0,0 1 0,0 0 1,1 0-1,-1 1 0,0-1 0,-1 0 1,1 1-1,0-1 0,-1 1 0,1-1 0,-1 1 1,0 0-1,0-1 0,0 1 0,0 0 8,7 13 9,13 18 15,-10-19-21,-1 1-1,0 0 1,-1 1 0,-1 0 0,-1 0 0,0 1 0,-1 0 0,-1 0 0,0 4-3,-5-21 19,0 0 1,-1 0-1,1 0 1,0 0-1,0 1 1,-1-1-1,1 0 1,0 0-1,-1 0 1,1 0 0,-1 0-1,1 0 1,-1 0-1,0 0 1,1 0-1,-1 0 1,0 0-1,0 0 1,0-1-1,0 1 1,0 0 0,1-1-1,-1 1 1,-1 0-1,1-1 1,0 1-1,0-1 1,0 1-1,0-1 1,0 0 0,0 0-1,0 1 1,-1-1-1,1 0 1,0 0-1,0 0 1,0 0-1,0 0 1,-1 0-1,1-1 1,0 1-20,-62-8 593,44 4-432,-12 1 25,0-3 0,0 0 0,0-2 1,1-2-1,0 0 0,-8-6-186,37 15-54,1 1 0,-1 0 0,1 0-1,-1 0 1,1-1 0,-1 1 0,1 0 0,-1-1 0,1 1 0,0 0-1,-1-1 1,1 1 0,0 0 0,-1-1 0,1 1 0,0-1 0,0 1-1,-1-1 1,1 1 0,0 0 0,0-1 0,0 1 0,0-1-1,-1 1 1,1-1 0,0 1 0,0-1 0,0 1 0,0-1 0,0 0-1,0 1 1,0-1 0,0 1 0,1-1 0,-1 1 0,0-1 0,0 1-1,0 0 1,0-1 0,1 1 0,-1-1 0,0 1 0,1-1-1,-1 1 1,0 0 0,1-1 0,-1 1 0,0-1 0,1 1 0,-1 0-1,1 0 1,-1-1 0,1 1 54,6-4-787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10.348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 15 8458,'-1'-1'3609,"6"-1"-1993,-2 1-624,8 1-400,2-2-248,1 2-184,8-3-24,-1 1-128,2 1 16,0 0-128,-6 0-120,-2 3-304,-5-2-248,-7-2-2345,-2 1 2153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10.838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1 17 6817,'11'-8'7766,"11"3"-5740,27 4-3182,-41 1 1933,66-1-594,-19 0-179,0 2 1,31 5-5,-83-5 67,0 0 0,0 0 0,0 0 0,0 0 0,0 1 0,-1-1 1,1 1-1,0 0 0,-1 0 0,1 0 0,-1 0 0,1 0 0,-1 1 0,0-1 0,0 1 0,0-1 0,-1 1 0,1 0 0,-1-1 0,1 1 0,-1 0 0,0 0 0,0 0 0,0 0 0,0 1 0,-1-1 0,1 0 1,-1 1-68,3 16 334,0 1 0,-2-1 0,-1 1 0,0 3-334,0-1-85,-1-14 133,1 0-1,1 0 1,0 0 0,0 0 0,1 0 0,0 0-1,0-1 1,1 1 0,0-1 0,1 0 0,0 0 0,0 0-1,2 3-47,-4-7 319,-4-6-406,-3-14-1309,-2-11-1631,2 11 2169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11.424"/>
    </inkml:context>
    <inkml:brush xml:id="br0">
      <inkml:brushProperty name="width" value="0.05" units="cm"/>
      <inkml:brushProperty name="height" value="0.05" units="cm"/>
      <inkml:brushProperty name="color" value="#CC3399"/>
    </inkml:brush>
  </inkml:definitions>
  <inkml:trace contextRef="#ctx0" brushRef="#br0">4 25 4609,'0'-1'296,"-1"1"1,1-1-1,0 0 1,-1 1-1,1-1 1,0 0-1,-1 1 1,1-1-1,0 0 1,0 1-1,0-1 1,-1 0-1,1 1 1,0-1-1,0 0 1,0 0-1,0 1 1,0-1-1,1 0 1,-1 0-1,0 1 1,0-1-1,0 0 1,1 1-1,-1-1 1,0 0-1,1 1 1,-1-1-297,1-4 1330,-3 6 258,33 16 253,209 158-15,-206-147-1678,-2 2 1,-1 1-1,-1 2 0,-2 0 1,-1 2-1,-2 1 0,-2 2 0,-1 0 1,-2 1-1,-1 1 0,8 29-148,-26-65 21,1 0-1,-1 0 1,0 0-1,0 1 1,0-1-1,-1 1 0,1-1 1,-1 1-1,0-1 1,-1 1-1,1-1 1,-1 0-1,0 1 1,0-1-1,0 0 1,-1 2-21,1-4 20,-1 0 1,1 0-1,-1 0 1,1 0 0,-1 0-1,0-1 1,1 1-1,-1-1 1,0 1 0,0-1-1,-1 1 1,1-1-1,0 0 1,0 0 0,0 0-1,-1 0 1,1-1-1,-1 1 1,1 0 0,0-1-1,-1 0 1,1 0-1,-1 1 1,1-2 0,-1 1-1,1 0 1,-1 0-1,1-1 1,-1 1 0,0-1-21,0 0 27,1 1 1,-1 0 0,0-1 0,1 1-1,-1-1 1,1 0 0,0 1 0,-1-1-1,1-1 1,0 1 0,-1 0 0,1 0-1,0-1 1,0 1 0,0-1 0,0 0-1,1 0 1,-1 1 0,0-1 0,1 0-1,-2-2-26,3 4-29,0 0 1,0 0 0,0 0 0,0 0-1,0 0 1,0 0 0,0 0 0,0 0-1,0 0 1,0 0 0,-1 0 0,1 0-1,0 0 1,0 0 0,0 0 0,0 0-1,0 0 1,0 0 0,0 0 0,0 0-1,0 0 1,0 0 0,0 0 0,0 0-1,0 0 1,0 0 0,-1 0 0,1 0-1,0 0 1,0 0 0,0 0 0,0 0-1,0 0 1,0 0 27,0 8-2502,0-7 1298,4 3 137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37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95 5305,'6'-9'8377,"11"-14"-4625,-17 22-3718,0-1-1,1 1 1,-1 0-1,0-1 1,0 1-1,0 0 1,-1-1-1,1 1 1,0 0-1,0-1 1,-1 1-1,1 0 1,-1-1-1,1 1 1,-1 0-1,1 0 1,-1 0-1,0 0 1,0-1-1,0 1 1,0 0-1,1 0 1,-1 0-1,0 1 1,-1-1-1,1 0 1,0 0-1,0 0 1,0 1-1,0-1 1,-1 0-34,-41-20 315,35 19-276,1 1 0,-1 0 0,0 0-1,0 0 1,0 1 0,0 0 0,0 1 0,1 0 0,-1 0-1,0 0 1,0 1 0,1 0 0,-1 1 0,1 0 0,0 0 0,0 0-1,0 1 1,0 0 0,1 1 0,-1-1 0,-1 3-39,3-4-2,-1 2 1,1-1-1,0 1 1,0-1 0,1 1-1,0 1 1,-1-1-1,1 1 1,1-1-1,-1 1 1,1 0 0,0 0-1,1 1 1,0-1-1,0 1 1,0-1 0,0 1-1,1 0 1,0-1-1,1 1 1,-1 0-1,1 0 1,1-1 0,0 7 1,0-10 8,0-1 1,-1 0 0,1 1 0,1-1 0,-1 0 0,0 0 0,0 0 0,1 0 0,-1 0 0,1 0-1,0 0 1,0 0 0,-1 0 0,1-1 0,0 1 0,1-1 0,-1 0 0,0 1 0,0-1 0,0 0 0,1 0-1,-1 0 1,1-1 0,-1 1 0,0-1 0,1 1 0,-1-1 0,1 0 0,-1 0 0,1 0 0,-1 0 0,1 0-1,-1-1 1,1 1 0,-1-1 0,3 0-9,6-1 50,1-1 1,-1 0-1,0-1 0,0 0 0,0-1 0,0 0 1,1-1-51,-4 1-40,1-1 0,-1 0 0,-1 0 0,1-1 0,-1 0 0,0 0 0,0 0 0,-1-1 0,0 0 0,0 0 0,-1-1 0,0 0 0,-1 1 0,0-2 0,0 1 0,1-6 40,-5 13-7,1 0 1,-1 0-1,1 0 1,-1 0-1,1 0 1,0 0-1,0 0 1,0 0-1,0 0 1,0 0-1,1 0 1,-1 1-1,2-2 7,-3 4-5,1-1 1,0 1-1,0 0 0,0-1 0,-1 1 1,1 0-1,-1 0 0,1-1 0,0 1 0,-1 0 1,1 0-1,-1 0 0,0 0 0,1 0 0,-1 0 1,0 0-1,0 0 0,1 0 0,-1 0 0,0 0 1,0 0-1,0 0 0,0 0 0,0 0 0,0 0 5,5 18-3,1-1 0,0 0 0,2 0-1,0 0 1,1-1 0,4 4 3,17 36 39,-4-18 15,-25-38-8,0 0-1,0 1 1,0-1-1,1 0 1,-1 0-1,0 0 0,1 0 1,-1 0-1,1 0 1,-1 0-1,1-1 1,-1 1-1,1-1 0,0 1 1,-1-1-1,1 1 1,0-1-1,-1 0 1,1 0-1,0 0 0,0 0 1,-1 0-1,1 0 1,0 0-1,1-1-45,-3 1-96,1-1 0,-1 1 1,0-1-1,0 1 0,1-1 0,-1 1 0,0-1 1,0 1-1,0-1 0,0 1 0,0-1 0,0 1 1,0-1-1,0 1 0,0-1 0,0 1 0,0-1 1,0 1-1,0-1 0,0 0 0,0 1 0,0-1 0,-1 1 1,1-1-1,0 1 0,0 0 0,-1-1 0,1 1 1,0-1-1,-1 1 96,-1-6-3186,2 3 2274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38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7626,'10'11'5380,"19"8"-4860,-22-16 77,2 4-301,1 0 1,-2 0-1,1 1 1,-1 0-1,6 7-296,9 10 377,-17-20-436,0 1 1,1-1-1,0 0 0,0-1 0,1 1 0,-1-2 1,1 1-1,0-1 0,0 0 0,0 0 0,0-1 1,0 0 58,-2-5-1090,0-1 418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8090,'-2'2'532,"1"0"0,-1-1 0,1 1 0,-1 1 0,1-1 0,0 0 0,-1 0 0,1 0 0,0 1 0,0-1 0,0 3-532,-7 53 1664,0-1-1524,6-52-104,0 0-1,0 1 1,1-1-1,0 0 1,0 1-1,0-1 1,1 0 0,-1 1-1,1 0-35,0-6 5,0-1-1,0 1 1,0 0-1,0 0 1,0 0 0,0 0-1,0-1 1,0 1-1,0 0 1,0 0-1,0 0 1,0 0-1,0 0 1,0-1 0,0 1-1,0 0 1,0 0-1,0 0 1,0 0-1,0-1 1,0 1 0,0 0-1,1 0 1,-1 0-1,0 0 1,0 0-1,0 0 1,0-1 0,0 1-1,0 0 1,0 0-1,1 0 1,-1 0-1,0 0 1,0 0 0,0 0-1,0 0 1,0 0-1,0 0 1,1-1-1,-1 1 1,0 0 0,0 0-1,0 0 1,0 0-1,1 0 1,-1 0-5,-11-16-1402,3 3 854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39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5825,'7'1'6202,"7"-3"-3687,2-3-2450,-10 3-54,1 0 0,-1 0 0,0 1 0,1 0 0,-1 0 0,1 0-1,2 1-10,-7 0-3,-1 0 0,1 1 0,0-1 0,-1 1 0,1-1 0,0 1 0,-1-1 0,1 1 0,-1 0 0,1 0 0,-1 0-1,0 0 1,1 0 0,-1 0 0,0 0 0,1 1 0,-1-1 0,0 0 0,0 1 0,0-1 0,0 1 0,-1-1 0,1 1 0,0-1 0,0 1-1,-1-1 1,1 1 0,-1 0 0,0-1 0,1 2 3,-1-2-4,0 1 0,0 0 1,-1 0-1,1 0 0,0-1 0,-1 1 0,1 0 0,-1 0 1,1-1-1,-1 1 0,0 0 0,0-1 0,0 1 0,0-1 1,0 1-1,0-1 0,0 1 0,0-1 0,-1 0 0,1 0 1,0 0-1,-1 1 0,1-1 0,-1-1 0,1 1 0,-1 0 0,0 0 1,0 0 3,0 0-4,0 0 1,0 0-1,0 0 1,1 0-1,-1 0 1,1 0-1,-1 1 1,1-1-1,-1 0 1,1 1-1,0-1 1,-1 1-1,1 0 1,0-1-1,0 1 1,0 0-1,1 0 1,-1 0-1,0 0 1,0 0 3,62 16 24,-20-15 17,-26-4-3102,-7-2 1877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39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7 5609,'0'0'261,"-1"-1"-1,1 1 0,-1-1 1,0 1-1,1-1 1,-1 1-1,1-1 1,-1 1-1,0 0 0,0-1 1,1 1-1,-1 0 1,0-1-1,0 1 0,1 0 1,-1 0-1,0 0 1,0 0-1,1 0 1,-1 0-1,0 0 0,0 0 1,0 0-1,1 0 1,-1 0-1,0 1 0,0-1 1,1 0-1,-1 1 1,0-1-261,-24 20 1709,21-14-1680,-1 0 1,1 0 0,0 0 0,0 1-1,1-1 1,0 1 0,0 0 0,0 2-30,-14 56 613,5-24-496,2 0 0,2 1 0,2 5-117,4-36 5,2 1 0,0-1 0,0 1 0,1 0 0,0-1 0,1 0 0,0 1 0,1-1 0,0 0 0,1 0 0,0 0 0,1-1 0,3 6-5,-4-9 34,0-2 0,0 1 0,1 0 0,0-1-1,0 0 1,1 0 0,-1-1 0,1 1 0,0-1 0,0 0 0,4 1-34,73 28 1118,-62-26-912,0 3-707,-12-2-3453,-7-5 2533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42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58 5121,'7'-2'3220,"-1"-1"2603,-13-3-3071,-11-9-3119,14 12 368,0 0 0,0 0-1,0 0 1,0 0 0,0 1 0,0-1 0,-1 1 0,1 0-1,-1 1 1,0-1 0,1 1 0,-1 0 0,0 0 0,0 0 0,0 1-1,0 0 1,0 0 0,1 0 0,-1 0 0,0 1 0,0 0-1,0 0 1,0 0 0,1 1 0,-1-1 0,1 1 0,-1 0-1,1 1 1,0-1 0,-4 3-1,2-1 7,1-1-1,0 1 1,0 0-1,0 1 0,0-1 1,1 1-1,-1 0 1,1 0-1,0 1 1,1-1-1,0 1 1,-1 0-1,2 0 0,-1 0 1,1 0-1,-2 5-6,3-6 17,0 0-1,0 1 1,0-1-1,1 0 1,-1 0-1,1 0 0,1 1 1,-1-1-1,1 0 1,0 0-1,0 0 0,0 0 1,1 0-1,-1 0 1,1 0-1,1 0 1,-1-1-1,1 1 0,-1-1 1,1 1-1,3 2-16,-4-6 14,0 0 0,0 0 0,0 0-1,0 0 1,0 0 0,0-1 0,0 1 0,0-1-1,0 1 1,0-1 0,0 0 0,0 0 0,0 0-1,0 0 1,0 0 0,1 0 0,-1-1-1,0 1 1,0-1 0,0 1 0,0-1 0,0 0-1,0 0 1,-1 0 0,1 0 0,0 0-1,1-2-13,52-32 47,-46 27-77,-1 0 0,0-1 0,0 1 0,-1-2 0,0 1 0,0-1 0,-1 0 0,0 0 0,-1 0 0,0-1 0,0-4 30,-1 7 1,16-19 15,-11 26-15,-4 21 3,-1 14 13,0 1 1,3-1-1,1 0 0,1 0 1,11 25-18,-18-55 84,-1 0 0,1 0 1,0-1-1,0 1 1,0-1-1,0 1 0,0-1 1,1 0-1,-1 0 1,1 0-1,0 0 0,0 0 1,0-1-1,2 2-84,-4-3 51,1 0-1,0-1 1,-1 1 0,1 0-1,0 0 1,0-1-1,-1 1 1,1-1-1,0 1 1,0-1 0,0 0-1,0 0 1,-1 0-1,1 0 1,0 0-1,0 0 1,0 0-1,0-1 1,0 1 0,-1-1-1,1 1 1,0-1-1,0 0 1,0 0-51,-12-18 125,-2-2-4714,11 20 3625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43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6777,'7'1'9179,"8"-2"-5546,46-6-4360,-54 6 1736,127-5-606,-135 6-401,1 0 0,0 0 0,-1 0 1,1 0-1,0 0 0,-1 0 1,1 0-1,0 0 0,0 0 0,-1 0 1,1 1-1,0-1 0,-1 0 0,1 0 1,0 0-1,0 1 0,-1-1 0,1 0 1,0 0-1,0 1 0,0-1 0,-1 0 1,1 1-1,0-1 0,0 0 1,0 0-1,0 1 0,0-1 0,-1 0 1,1 1-1,0-1 0,0 0 0,0 1 1,0-1-1,0 0 0,0 1 0,0-1 1,0 0-1,0 1-2,0 0-63,0-1 0,0 1-1,0-1 1,0 1 0,0 0 0,0-1 0,0 1 0,0-1 0,0 1-1,-1-1 1,1 1 0,0-1 0,-1 1 0,1-1 0,0 1-1,-1-1 1,1 1 0,0-1 0,-1 1 0,1-1 0,-1 0 0,1 1-1,-1-1 1,1 0 0,-1 1 0,1-1 0,-1 0 0,1 1-1,-1-1 1,1 0 0,-1 0 0,1 0 0,-1 0 0,0 0-1,1 0 1,-1 0 0,1 0 0,-1 0 0,0 0 0,1 0 0,-1 0-1,1 0 1,-1 0 0,1 0 0,-1-1 0,0 1 0,1 0-1,-1 0 1,1-1 0,-1 1 0,1 0 63,-2-2-3726,3 2 2650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46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5337,'27'-25'6010,"-15"17"-3607,-9 10 2150,-3 11-4081,0-8-436,1 0-1,-1 0 1,0 0-1,0-1 1,-1 1-1,0 0 1,0 0-1,0 0 1,0-1-1,-1 1 1,1-1-1,-1 1 1,0-1-1,-1 1-35,1-2 5,1-1 0,-1 1 0,1 0 0,0-1 0,0 1 0,0 0 0,0 0 1,0 0-1,0 0 0,1 0 0,-1 0 0,1 0 0,0 0 0,0 0 0,0 0 0,1 0 0,-1 2-5,1-3 2,-1 0 1,0-1-1,1 1 1,-1 0-1,1-1 1,0 1-1,-1 0 1,1-1-1,0 1 1,0-1-1,0 1 0,0-1 1,0 0-1,1 1 1,-1-1-1,0 0 1,1 0-1,-1 0 1,0 0-1,1 0 1,-1 0-1,1 0 1,0 0-1,-1-1 0,1 1 1,0-1-1,-1 1 1,3 0-3,15 1 40,4 1-30,1 0 0,-1-2-1,1 0 1,0-2 0,5-1-10,-19 1-240,16-1 439,-18-2-5172,-8 1 3986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46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8 6233,'-3'-7'7299,"0"11"-4636,2 21-1590,9 5-456,0-1 0,3 0 0,0-1-1,1 0 1,2-1 0,13 20-617,-1 0 754,-14-29-283,-5-7-14,-13-14-5492,4 1 3927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47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6953,'0'-1'389,"0"0"-1,0 0 0,-1 0 1,1-1-1,1 1 0,-1 0 0,0 0 1,0 0-1,0-1 0,1 1 0,-1 0 1,0 0-1,1 0 0,-1 0 0,1 0 1,0 0-1,-1 0 0,1 0-388,0 0 96,1 1-1,-1-1 0,0 1 1,1-1-1,-1 1 0,1 0 1,-1 0-1,0 0 0,1 0 1,-1 0-1,1 0 1,-1 0-1,1 0 0,-1 1 1,0-1-1,1 1 0,-1-1-95,9 3 163,-1 1 0,0 0 0,0 0 0,0 1-1,-1 0 1,0 1 0,0 0 0,0 0 0,-1 1-1,1 0 1,-2 0 0,1 0 0,3 6-163,47 43 308,-21-28-192,28 28-116,-58-55-228,-6-1-2257,0-1 1801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47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 6785,'-3'4'766,"0"-1"-1,0 1 1,0 0-1,0 0 1,1 1-1,-1-1 1,1 1-1,0-1 1,0 1-766,-2 10 387,0 0 1,1 0 0,1 0-1,0 1-387,-11 50 848,12-65-818,1 0 1,-1 0 0,1 1 0,-1-1-1,1 0 1,-1 1 0,1-1 0,0 0-1,-1 1 1,1-1 0,0 0-1,0 1 1,0-1 0,0 1 0,0-1-1,1 0 1,-1 1 0,0-1-1,1 0 1,-1 1 0,0-1 0,1 0-1,0 0 1,-1 1 0,1-1-1,0 0 1,0 1-31,0-2-83,1 0 0,-1 0-1,1 0 1,-1 0 0,0 0 0,1 0-1,-1 0 1,0 0 0,1 0-1,-1-1 1,0 1 0,1-1 0,-1 1-1,0-1 1,0 1 0,1-1 0,-1 0-1,0 1 1,0-1 0,0 0-1,0 0 1,0 0 0,0 0 0,0 0-1,0 0 1,0 0 0,0-1 83,6-8-2583,-7-4 1138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48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82 4649,'1'0'112,"-1"0"1,0 0-1,0 0 1,0-1-1,0 1 0,1 0 1,-1 0-1,0 0 0,0-1 1,0 1-1,0 0 1,0 0-1,0-1 0,0 1 1,0 0-1,0 0 1,0 0-1,0-1 0,0 1 1,0 0-1,0 0 1,0-1-1,0 1 0,0 0 1,0 0-1,0-1 0,0 1 1,0 0-1,0 0 1,0 0-1,0-1 0,0 1 1,0 0-1,-1 0 1,1-1-1,0 1 0,0 0 1,0 0-1,0 0 0,-1 0 1,1 0-1,0-1 1,0 1-1,0 0 0,-1 0 1,1 0-1,0 0 1,0 0-1,-1 0 0,1 0 1,0 0-1,0-1 1,0 1-1,-1 0 0,1 0 1,0 0-113,-13-4 2022,14 1-1914,-1 1 0,1 0-1,0-1 1,0 1-1,0 0 1,0 0-1,0 0 1,1 0 0,-1 0-1,1 0 1,-1 0-1,1 0 1,0 0 0,0 1-1,0-1 1,0 1-1,0-1 1,0 1-108,7-4-11,1 0 0,0 1-1,1 0 1,-1 1 0,1 0 0,-1 1 0,1 0 0,0 1 0,0 0 11,-8 0 13,-1 1-1,0 0 1,1 0 0,-1 0 0,0 0 0,1 0-1,-1 1 1,0-1 0,1 1 0,-1 0 0,0-1 0,0 1-1,0 0 1,0 0 0,1 0 0,-1 0 0,-1 1-1,1-1 1,0 1 0,0-1 0,0 1 0,-1-1 0,1 1-1,-1 0 1,1 0 0,-1 0 0,0 0 0,0 0-1,0 0 1,0 0 0,0 0 0,0 1 0,-1-1-1,1 0 1,-1 0 0,1 1 0,-1-1 0,0 0 0,0 1-1,0-1 1,0 0 0,0 1 0,-1-1 0,1 0-1,-1 1 1,0 1-13,0 0 24,0-1 0,0 1 0,0 0 0,-1-1 0,0 1 0,1-1 0,-1 1 0,0-1-1,-1 0 1,1 0 0,-1 0 0,1 0 0,-1 0 0,0-1 0,0 1 0,0-1 0,0 0 0,-3 2-24,0-1 5,0 1 1,0-2-1,1 1 1,-1-1 0,-1 0-1,1 0 1,0-1 0,0 1-1,-1-2 1,1 1-1,-2-1-5,7 0 8,1-1-1,0 0 1,-1 0 0,1 0-1,0 0 1,0 1-1,0-1 1,0 0-1,0 0 1,0 0-1,0 0 1,0 0-1,0 0 1,1 1-1,-1-1 1,0 0 0,0 0-1,1 0 1,-1 1-1,1-1 1,-1 0-1,0 0 1,1 1-1,-1-1 1,1 0-1,0 1-7,2-3-2,1 0-1,0 1 1,-1 0 0,1 0-1,0 0 1,0 1-1,0-1 1,1 1-1,-1 0 1,0 0-1,1 0 1,-1 1-1,0-1 1,1 1-1,-1 0 1,0 0-1,2 1 3,8 0-3,1 0-1,-1 1 1,1 1-1,9 3 4,64 28-1126,-80-30 736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49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19 4249,'-35'-10'6712,"7"1"-4431,28 9-2220,0 1 0,0-1 0,0 0-1,0 0 1,0 0 0,1 0 0,-1 0-1,0 1 1,0-1 0,0 0 0,0 0-1,0 0 1,0 0 0,0 0 0,0 1-1,0-1 1,0 0 0,0 0 0,0 0-1,0 0 1,-1 0 0,1 0 0,0 1-1,0-1 1,0 0 0,0 0 0,0 0-1,0 0 1,0 0 0,0 0 0,0 1-1,0-1 1,0 0 0,-1 0 0,1 0-61,59 42 906,-14-11-24,39 37-882,-39-27 196,-2 1-1,37 48-195,-67-74 6,-1 2 1,0-1-1,-1 2 0,-2-1 0,1 1 1,-2 1-1,-1-1 0,0 2 0,-2-1 0,2 9-6,-3-7 109,-1 0 0,-1 1 0,0-1 0,-2 0 0,-1 1 0,0-1 0,-4 10-109,4-24 60,-1-1 0,0 1-1,-1-1 1,1 0-1,-1 1 1,-1-1-1,0-1 1,0 1 0,0-1-1,0 1 1,-1-1-1,0 0 1,-1-1 0,1 1-1,-1-1 1,0 0-1,0-1 1,-1 1-1,0-1 1,1-1 0,-1 1-1,-7 2-59,-4-2 196,9 1-2179,9-5 1426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1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373 139 4817,'2'0'760,"1"0"1,-1 0-1,0 0 0,0 0 1,0-1-1,0 1 1,1-1-1,-1 0 0,0 1 1,0-1-1,0 0 0,0 0 1,-1 0-1,2-1-760,-2 1 93,-1 0 0,1 1 0,-1-1 0,1 0 0,-1 1 0,1-1 1,-1 0-1,0 1 0,1-1 0,-1 0 0,0 0 0,0 0 0,0 1 0,0-1 0,0 0 0,0 0 0,0 0 0,0 1 0,0-1 0,0 0 0,0 0 0,0 0 0,0 1 0,-1-1 0,1 0 0,0 0 0,0 1 1,-1-1-1,1 0 0,-1 1 0,1-1 0,-1 0 0,1 1 0,-1-1 0,1 0 0,-1 1 0,0-1 0,1 1 0,-1-1 0,0 1-93,-16-32 683,16 29-676,1 1-1,-1-1 0,0 0 1,-1 1-1,1-1 0,0 1 0,-1-1 1,0 1-1,1 0 0,-1-1 1,0 1-1,0 0 0,0 0 1,0 1-1,-1-1 0,1 0-6,-5-2 19,0 0 0,0 0 0,0 1 0,0 0 1,0 1-1,-1-1 0,1 1 0,-1 1 0,1-1 0,-1 1 0,0 1 0,1-1 0,-1 1 0,0 1 0,-4 0-19,3 1 4,-1 1-1,1 0 1,0 0 0,0 1-1,0 0 1,0 0-1,1 1 1,0 1 0,0-1-1,0 1 1,1 0 0,-3 3-4,-5 5-4,1 1 0,1 0 0,0 0 0,1 1 0,0 1 0,-5 11 4,14-22-3,-1 0 0,1 1 0,0-1-1,1 1 1,0-1 0,0 1 0,0 0-1,1 0 1,-1 0 0,2 0 0,-1 0-1,1 0 1,0 0 0,1 0 0,-1 0 0,1 0-1,1 0 1,-1-1 0,1 1 0,2 4 3,-2-8 5,-1 0 0,1-1 0,-1 1 0,1 0 1,0-1-1,0 1 0,0-1 0,0 0 0,1 0 1,-1 0-1,1 0 0,-1 0 0,1 0 0,0-1 1,-1 1-1,1-1 0,0 0 0,0 0 0,0 0 1,1 1-6,2-2 8,0 1 1,0 0-1,0-1 1,0 0 0,-1-1-1,1 1 1,0-1 0,0 0-1,0 0 1,5-3-9,0 0-2,1 0 0,-1-1 0,0-1 0,0 0 0,0 0-1,-1-1 1,0 0 0,0-1 0,-1 0 0,4-5 2,-8 7-26,-1-1-1,1 0 1,-1-1-1,-1 1 1,1 0-1,-1-1 1,-1 0-1,1 0 1,-1 0 0,-1 0-1,1 0 1,-2 0-1,1 0 1,-1 0-1,0-5 27,3-32 110,-3 45-108,0 0-1,0-1 0,0 1 0,0 0 1,0 0-1,0 0 0,1 0 0,-1 0 1,0 0-1,0-1 0,0 1 0,0 0 1,0 0-1,0 0 0,0 0 1,0 0-1,0 0 0,0 0 0,0-1 1,0 1-1,1 0 0,-1 0 0,0 0 1,0 0-1,0 0 0,0 0 0,0 0 1,0 0-1,1 0 0,-1 0 0,0 0 1,0 0-1,0 0 0,0 0 1,0 0-1,0 0 0,1 0 0,-1 0 1,0 0-1,0 0 0,0 0 0,0 0 1,0 0-1,1 0 0,-1 0 0,0 0 1,0 0-1,0 0 0,0 0 0,0 0 1,0 0-1,0 0 0,1 0 1,-1 0-1,0 1 0,0-1 0,0 0-1,11 10 1,5 12-32,2 30 27,-2 0 0,1 17 4,-3-12 30,17 45-30,-27-92 26,0 0 0,0 0-1,1-1 1,0 1 0,1-1 0,0 0-1,0-1 1,1 1 0,0-1-1,1-1 1,3 4-26,-19-15 126,7 4-175,1 0 0,-1 0 0,1 0 0,-1-1-1,1 1 1,-1 0 0,1-1 0,-1 1 0,1 0 0,-1-1 0,1 1 0,0 0 0,-1-1 0,1 1 0,0-1 0,-1 1 0,1-1 0,0 1 0,0-1 0,-1 1-1,1-1 1,0 1 0,0-1 0,0 1 0,0-1 0,0 1 0,-1-1 0,1 0 0,0 1 0,0-1 0,0 1 0,1-1 0,-1 1 0,0-1 0,0 1 0,0-1-1,0 0 1,0 1 0,1-1 0,-1 1 0,0-1 0,0 1 0,1 0 0,-1-1 0,0 1 0,1-1 49,0-10-1486,-4-2 595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1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8274,'11'3'3384,"-7"11"-1887,4 1-513,12 7-160,-1-2-120,11 1-240,-7 3-143,-5-7-137,-3 5-72,4-9-72,-2-1-8,4-1-24,-2-4 32,-3 2-112,-5-6-192,7-2-705,-12-3-655,-11-6 984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2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0 8658,'-6'6'3489,"-1"8"-2225,4 6-400,3 11-208,-2 1-144,2 0-112,-6 2-64,0-6-216,4-4-23,-2-4-49,4-6-56,0-4 40,0-4 56,0-4-16,1-3 40,1-8-216,2-4-449,1-5 377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2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8282,'12'-6'8622,"15"-1"-9011,-16 4 898,10-3-513,0 1 1,1 1-1,-1 1 0,1 1 1,0 1-1,5 0 4,-26 1-4,-1 0 0,0 1-1,0-1 1,1 0 0,-1 0 0,0 0-1,1 0 1,-1 0 0,0 0 0,1 0-1,-1 0 1,0 1 0,0-1 0,1 0-1,-1 0 1,0 0 0,0 1-1,0-1 1,1 0 0,-1 0 0,0 1-1,0-1 1,0 0 0,1 0 0,-1 1-1,0-1 1,0 0 0,0 0-1,0 1 1,0-1 0,0 0 0,0 1-1,0-1 1,0 0 0,0 1 0,0-1-1,0 0 1,0 1 0,0-1 4,-4 19-78,-12 12 9,1-12 1,11-14 67,0 0 0,0 0 0,0 0 0,1 0 0,0 1 0,0-1 0,0 2 1,3-7 3,0 0-1,0 1 1,0-1-1,0 0 1,0 0-1,0 1 0,0-1 1,0 0-1,0 1 1,1-1-1,-1 0 1,0 0-1,0 1 1,0-1-1,0 0 1,0 0-1,0 1 1,1-1-1,-1 0 0,0 0 1,0 1-1,0-1 1,1 0-1,-1 0 1,0 0-1,0 1 1,1-1-1,-1 0 1,0 0-1,0 0 1,1 0-1,-1 0 0,0 0 1,1 0-1,-1 1 1,0-1-1,0 0 1,1 0-1,-1 0 1,1 0-3,20 1 110,19-5 44,-28 1-190,-5 1-78,1 0-1,-1 1 0,0 0 1,1 0-1,-1 0 1,1 1-1,-1 0 1,1 1-1,-1-1 0,4 2 115,-1 1-448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3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22 6009,'13'-14'3718,"-5"7"688,-15 30-2746,-18 29-1214,13-30-159,1 0 0,1 2 0,-4 13-287,8-8 93,2 0 1,0 0 0,2 0 0,1 0 0,1 0-1,2 1 1,0-1 0,2 0 0,2-1 0,0 1-1,2-1 1,5 12-94,-8-29-43,6 22 882,2-2 0,8 14-839,-17-37 179,1 0 0,-1 0 1,1-1-1,1 0 1,-1 0-1,1-1 0,0 1 1,1-1-1,0 0 0,0-1 1,7 5-180,-14-10 56,1 1 1,0-1 0,0 1 0,0-1 0,-1 1 0,1-1-1,0 1 1,0-1 0,0 0 0,0 1 0,0-1-1,0 0 1,0 0 0,0 0 0,0 0 0,0 0-1,0 0 1,0 0 0,0 0 0,0 0-57,1-8-1138,-3-2-4578,0 6 4468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4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7866,'6'-2'7750,"33"-11"-7616,-33 12-126,0 1 0,0-1 1,1 1-1,-1 0 0,0 0 0,0 1 0,0 0 0,1 0 1,-1 0-1,0 1 0,0 0 0,-1 0 0,1 1 0,0-1 1,1 2-9,-4-2 2,0 0 1,0 0 0,0 1 0,-1-1 0,1 0 0,-1 1 0,0-1 0,0 1-1,0 0 1,0 0 0,0 0 0,0 0 0,-1 0 0,1 0 0,-1 1 0,0-1-1,0 0 1,0 1 0,-1-1 0,1 0 0,-1 1 0,0-1 0,0 1-1,0-1 1,0 1 0,0-1 0,-1 3-3,0-3 6,0 0-1,0-1 1,0 1-1,0 0 1,-1 0-1,1-1 1,-1 1-1,1-1 1,-1 1-1,0-1 1,0 0-1,0 0 1,0 0-1,-1 0 0,1 0 1,0 0-1,-1-1 1,1 1-1,-1-1 1,0 1-1,1-1 1,-1 0-1,0 0 1,0 0-1,0-1-5,2 5-17,9 1 4,19 5-6,-22-9 12,1 0 2,0 0 0,0 0 0,0 1-1,0 0 1,-1 0 0,1 0 0,-1 0-1,0 1 1,0 0 0,0 0 0,-1 1-1,1-1 1,-1 1 0,0 0-1,-1 0 1,1 0 0,-1 0 0,0 1-1,3 5 6,-6-10 2,1 0 0,-1 0 0,1-1 0,0 1 0,-1 0 0,1 0 0,-1 0 0,0 0 0,1 0 0,-1 0 0,0 0 0,0 0 0,1 0 0,-1 0 0,0 0 0,0 0 0,0 0 0,0 0 0,0-1 0,0 1 0,-1 0 0,1 0 0,0 0 0,0 0 0,-1 0 0,1 0 0,0 0 0,-1 0 0,1 0 0,-1 0 0,0 0-2,-32-1 157,23-1-154,-16-1 81,11 1 51,-1 0 0,1-1 0,0 0-1,0-1 1,0-1 0,1-1 0,-1 0 0,-2-2-135,16-3-1391,10 3 965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4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7594,'52'-3'7403,"30"-5"-5236,4-1-2705,-86 9 503,0 0-1,-1 0 1,1 0-1,0 0 0,0 0 1,0-1-1,0 1 1,0 0-1,0 0 1,0 0-1,0 0 0,0 0 1,0-1-1,0 1 1,0 0-1,0 0 1,0 0-1,0 0 0,0-1 1,0 1-1,0 0 1,0 0-1,0 0 1,0 0-1,0-1 0,0 1 1,0 0-1,0 0 1,0 0-1,0 0 1,0 0-1,0-1 0,0 1 1,0 0-1,0 0 1,1 0-1,-1 0 1,0 0-1,0 0 0,0-1 1,0 1-1,0 0 1,0 0-1,1 0 1,-1 0-1,0 0 0,0 0 1,0 0-1,0 0 1,1 0-1,-1 0 1,0 0-1,0 0 0,0 0 1,0 0-1,0 0 1,1 0-1,-1 0 1,0 0-1,0 0 0,0 0 1,0 0-1,1 0 1,-1 0-1,0 0 1,0 0-1,0 0 1,0 0-1,0 0 0,1 1 36,-7-3-733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5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1 121 9370,'0'-18'5343,"17"-17"-3660,-12 28-1757,-1 1 0,1 0 0,0 0 0,0 1 0,1-1 0,-1 1 0,3-1 74,-4 4 20,0-1-1,1 1 1,-1-1-1,1 1 1,0 1 0,0-1-1,0 1 1,0-1-1,0 2 1,0-1 0,0 0-1,0 1 1,0 0-1,1 0 1,-1 1 0,0-1-1,0 1 1,0 0-1,2 1-19,-1 0 21,-1 1 0,1 0-1,0 0 1,-1 1 0,0-1 0,0 1-1,0 0 1,0 0 0,-1 1-1,1 0 1,-1-1 0,0 2-1,-1-1 1,1 0 0,0 3-21,3 4 7,-1 1 1,0 0-1,-1 0 1,0 1-1,-1 0 1,-1-1-1,0 1 1,-1 0-1,0 0 1,-1 1-1,-1-1 1,0 0-1,-1 0 0,0 0 1,-2 3-8,2-13 12,-1-1 1,0 1-1,1 0 1,-1-1-1,-1 1 1,1-1-1,0 0 1,-1 0-1,0 0 1,1 0-1,-1 0 1,0 0-1,-1-1 1,1 1-1,0-1 0,-1 0 1,1 0-1,-1 0 1,0-1-1,0 1 1,1-1-1,-1 0 1,0 0-1,0 0 1,-3-1-13,4 1 5,-1 0 1,1-1-1,0 1 1,-1-1 0,1 0-1,-1 0 1,1-1-1,-1 1 1,1-1-1,-1 1 1,1-1 0,0 0-1,-1 0 1,1-1-1,0 1 1,0-1-1,0 1 1,0-1 0,0 0-1,0 0 1,0-1-1,1 1 1,-1 0-1,1-1 1,0 0 0,-1 1-1,1-1 1,0 0-1,0-1-5,2 3 3,-1 0 0,1 0 0,0 0-1,-1 0 1,1 0 0,0 0-1,-1 0 1,1 0 0,0 0 0,0 0-1,0 0 1,0 0 0,0 0-1,0 0 1,0 0 0,0 0 0,1-1-1,-1 1 1,0 0 0,1 0 0,-1 0-1,1 0 1,-1 0 0,1 0-1,-1 1 1,1-1 0,0 0 0,-1 0-1,1 0-2,2-1 3,-1 0 0,0 1-1,1-1 1,0 1 0,-1-1 0,1 1-1,0 0 1,0 0 0,-1 1-1,1-1 1,2 0-3,5-1 21,0 1 0,0 1 0,0-1 0,0 2 0,0-1 0,9 3-21,8 3 37,-1 3-1,0 0 0,14 7-36,-32-10-103,6-2-4687,0-5 2987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5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8970,'8'8'3921,"1"-3"-2193,3 13-744,12 0-208,-1 2-375,-1 3-57,3-3-184,-1-5-88,-5-1-32,0-4-24,-5-3-32,-7-2-24,6-4-240,-12-1-352,0-3 4480,4-3-3079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5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0 9354,'-17'13'3865,"2"2"-2473,5 11-400,0 3-248,2-1-207,3-1-89,5-5-224,1-4 0,6-2-136,3-5 16,-2-4-40,-1-5-56,3-5-88,-3-1-320,-1-5-1081,3 2 1009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6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2537,'-3'6'9509,"11"5"-6513,18 14-4240,-18-18 2317,19 19-658,-1 1 0,-2 2 0,0 0 0,-2 1 0,14 28-415,2 12 39,-3 1 1,2 15-40,1-18 57,-12-26 10,-26-42-46,0 0 0,0 1 0,0-1 0,0 0 0,0 0-1,0 1 1,0-1 0,0 0 0,0 1 0,0-1 0,0 0 0,0 0 0,0 1 0,0-1 0,0 0 0,0 1-1,0-1 1,0 0 0,-1 0 0,1 1 0,0-1 0,0 0 0,0 0 0,0 1 0,-1-1 0,1 0 0,0 0-1,0 0 1,0 1 0,-1-1 0,1 0 0,0 0 0,0 0 0,-1 0 0,1 1 0,0-1 0,0 0-1,-1 0 1,1 0 0,0 0 0,0 0 0,-1 0 0,1 0 0,-1 0-21,-22 3 1037,19-3-1250,1 0 0,-1 0 0,1 0-1,-1-1 1,1 1 0,-1-1 0,1 0 0,0 0 0,-1 0 0,1-1 0,0 1 0,-2-1 213,1-3-1925,-4-2 808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7:56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9 7986,'11'-8'6632,"-22"30"-4891,-1 24-962,-2-1-1,-3 0 1,-6 10-779,-32 89 249,49-126-242,2 1 0,0 0 0,1 0 1,0 0-1,2 1 0,0 11-7,1-24-1,1-1 0,-1 0 0,1 1 0,0-1 1,1 0-1,0 0 0,0 0 0,0 0 0,0 0 0,1 0 1,0-1-1,0 1 0,1-1 0,0 0 0,0 0 0,0 0 1,0-1-1,1 1 0,-1-1 0,1 0 0,0 0 1,1-1-1,1 2 1,0-2 70,0 1 0,1-1 1,-1-1-1,1 0 0,0 0 1,-1 0-1,1-1 0,0 0 0,0-1 1,0 1-1,0-1 0,0-1 1,0 0-1,0 0 0,-1-1 1,1 1-1,6-4-70,-2 0 978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8:01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6041,'6'-9'10453,"8"3"-7911,15 3-4415,-25 3 2811,6-1-926,0 0-1,0 1 0,0 0 1,0 1-1,0 0 1,0 1-1,0 0 0,0 0 1,-1 1-1,1 0 0,-1 1 1,1 0-1,2 2-11,-11-5 0,0 1 1,-1-1-1,1 0 0,0 1 0,-1-1 1,1 0-1,0 1 0,-1-1 0,0 1 1,1-1-1,-1 1 0,0-1 0,0 1 0,0-1 1,0 1-1,0 0 0,0-1 0,0 1 1,0-1-1,-1 1 0,1-1 0,-1 1 1,1-1-1,-1 0 0,1 1 0,-1-1 1,0 0-1,0 1 0,0-1 0,1 0 0,-1 0 1,-1 0-1,1 1 0,0-1 0,0 0 1,-1 0-1,-1 3 2,-1 1 1,0-1 0,0 0 0,0-1-1,-1 1 1,1-1 0,-1 0 0,0 0 0,-4 2-3,-1-3 12,-8 3-19,18-5 5,0 1 0,0-1 0,0 0-1,0 1 1,0-1 0,-1 0 0,1 1 0,0-1 0,0 0 0,0 1-1,0-1 1,0 0 0,0 1 0,0-1 0,0 0 0,1 0 0,-1 1 0,0-1-1,0 0 1,0 1 0,0-1 0,0 0 0,0 1 0,1-1 0,-1 0 0,0 0-1,0 1 1,0-1 0,1 0 0,-1 0 0,0 0 0,0 1 0,1-1 0,-1 0-1,0 0 1,0 0 0,1 0 0,-1 1 0,0-1 0,1 0 0,-1 0-1,0 0 1,1 0 0,-1 0 0,0 0 0,1 0 0,-1 0 0,0 0 0,1 0-1,-1 0 1,0 0 0,1 0 2,16 9-130,1 1-1,-1 1 0,-1 1 0,0 0 1,0 1-1,-2 0 0,1 2 1,11 14 130,-25-28-2,0 0 0,0 0-1,0-1 1,-1 1 0,1 0 0,0 0 0,0 0 0,-1 0 0,1 0 0,-1 0 0,1 0 0,0 1 0,-1-1 0,0 0 0,1 0 0,-1 0 0,0 0 0,0 1-1,0-1 1,1 0 0,-1 0 0,0 1 0,-1-1 0,1 0 0,0 0 0,0 0 0,0 1 0,-1-1 0,1 0 0,-1 0 0,1 0 0,-1 0 0,1 0 0,-1 0-1,0 0 1,1 0 0,-1 0 0,0 0 0,0 0 0,0 0 0,0 0 0,0-1 0,0 1 0,0 0 0,0-1 0,0 1 0,0 0 0,0-1 0,0 1 0,0-1-1,0 0 1,-1 1 0,1-1 0,0 0 2,-5 1 26,1 1 1,0-1-1,-1 0 0,1-1 0,-1 0 0,1 0 1,-1 0-1,1 0 0,-1-1 0,1 0 0,-1 0 0,-1-1-26,-112-45-297,113 47-1579,15-2 1238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8:02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8090,'14'11'3344,"-7"6"-2151,1 5-201,-2 3-456,-4 1-152,2-2-168,0-4-40,6 0-112,-7-7-16,3-3-8,-3-4-96,0-3-576,-3-1-736,-4-1 848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8:02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6649,'7'-2'2777,"5"0"-1633,6-2-336,-5 3-399,11-1-185,-1-1-192,2-2-256,4-4 152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8:02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71 8282,'2'-6'5958,"16"-9"-4096,10-3-2491,-18 13 634,0 0 1,0 1 0,0 0 0,1 1-1,-1 0 1,1 0 0,0 1-1,3 1-5,-11 0 10,0 1 0,0 0 0,0 0 0,0 0-1,0 0 1,0 1 0,-1-1 0,1 1 0,0 0-1,0 0 1,-1 0 0,1 0 0,0 0 0,-1 0-1,1 1 1,-1-1 0,0 1 0,1 0 0,-1 0 0,0 0-1,0 0 1,0 0 0,0 0 0,-1 1 0,1-1-1,0 0 1,-1 1 0,0 0 0,1-1 0,-1 1-1,0 0 1,-1-1 0,1 2-10,3 16 31,-1 1 1,-1 0-1,-1 0 0,-1 0 1,-1 1-1,-1-1 0,-1 0 1,-4 18-32,6-37 3,1 1 1,-1 0 0,0-1-1,0 1 1,0-1 0,0 1-1,-1-1 1,1 0 0,-1 1-1,1-1 1,-1 0 0,0 0-1,0 0 1,0 0 0,0 0-1,0 0 1,0-1 0,0 1-1,-1-1 1,1 1-1,0-1 1,-1 0 0,1 0-1,-1 0 1,0 0 0,1-1-1,-1 1 1,-1 0-4,-3-1 3,1 0 1,-1 0-1,1 0 1,0 0-1,-1-1 1,1 0-1,0 0 1,0-1-1,-1 0 0,1 0 1,-4-3-4,9 5-1,0 0 1,0-1-1,0 1 1,0 0-1,0-1 1,0 1-1,0-1 1,0 0-1,0 1 1,1-1-1,-1 0 0,0 0 1,0 1-1,1-1 1,-1 0-1,0 0 1,1 0-1,-1 0 1,1 0-1,-1 0 1,1 0-1,-1 0 1,1 0-1,0 0 1,-1 0-1,1 0 1,0 0-1,0 0 0,0-1 1,0 1-1,0 0 1,0 0-1,0 0 1,1 0-1,-1 0 1,0 0-1,0 0 1,1 0-1,-1 0 1,1 0-1,-1 0 1,1 0-1,-1 0 1,1 0 0,1-2 1,0 0 0,0 0 0,1 1 0,-1-1 0,0 1 0,1 0 0,0-1 0,0 1 0,0 0 0,0 0 0,0 1 0,0-1 0,1 0-1,4 0 6,1 0 0,0 1 0,-1 0 0,1 0 0,0 1 0,0 0 0,0 1 0,-1 0 0,1 0 0,0 1-1,-1 0 1,1 0 0,-1 1 0,0 0 0,0 0 0,2 2-6,3 0-263,-1 0 0,1-1 0,-1-1 0,1 0 0,0-1 0,10 1 263,-10-4-489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38:03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32 8618,'0'8'3841,"16"8"-2089,10 5-464,-5 1-271,7 2-345,0-5-160,-6-4-240,3 0-72,-2-7-152,-3 0 16,-5-2-168,1-5-288,-8-2-808,-1-5-753,-1-4 1169</inkml:trace>
  <inkml:trace contextRef="#ctx0" brushRef="#br0" timeOffset="1">282 1 8642,'-23'3'3641,"-1"13"-2145,-8 11-264,-12 10-544,-2 6-264,4 2-288,7-5-112,15-6-56,12-8 32,5-15-96,-2-3-224,8-7 4457,-4-4-3201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36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83 2593,'1'-19'1877,"-3"-18"6166,1 35-7790,1 1 0,-1-1 0,0 1 1,0 0-1,0-1 0,1 1 0,-2 0 0,1 0 0,0-1 0,0 1 0,0 0 0,0 0 0,-1 0 0,1 0 0,0 0 0,-1 1 0,1-1 0,-1 0 0,1 1 0,-1-1 0,1 1 0,-1-1 0,0 1-253,2 0 28,-1 0-1,1-1 1,0 1-1,0 0 1,0 0-1,0 0 1,-1-1-1,1 1 1,0 0-1,0 0 1,-1 0-1,1 0 1,0 0-1,0 0 1,-1-1-1,1 1 1,0 0-1,0 0 1,-1 0-1,1 0 1,0 0-1,0 0 1,-1 0-1,1 0 1,0 0-1,0 0 1,-1 0-1,1 0 1,0 0-1,0 1 1,-1-1-1,1 0 1,0 0-1,0 0 1,-1 0-1,1 0 1,0 0-1,0 1 1,0-1-1,-1 0 1,1 0-1,0 0 1,0 1-1,0-1 1,-1 0-1,1 0 1,0 0-1,0 1 1,0-1-1,0 0 1,0 0-1,0 1 1,0-1-1,0 0 1,0 1-1,0-1 1,0 0-1,0 0 1,0 1-1,0-1 1,0 0-28,14 20 932,29 21 63,28 19-136,-34-31-605,-1 2 0,9 14-254,-34-33 19,0 0 0,-1 1 0,-1 1 0,0-1-1,-1 1 1,-1 1 0,0 0 0,4 12-19,-6-9 61,-1 0 0,-1 1 0,0 0 1,-1 0-1,-1 0 0,-1 0 0,-1 0 1,-1 0-1,0 0 0,-1 0 0,-2 1-61,0 15 571,5-16 154,0-8-754,-3-6-2777,0-1 258,1 0 982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1.46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7 116 6017,'0'-1'7499,"-1"1"-3584,0-1-3861,1 1 0,-1-1 1,1 1-1,-1-1 0,1 0 0,-1 1 0,1-1 1,0 0-1,0 1 0,-1-1 0,1 0 0,0 1 0,0-1 1,-1 0-1,1 1 0,0-1 0,0 0 0,0 0 1,0 1-1,0-1 0,0 0 0,0 0 0,1 0-54,-1-3 39,0 0 0,0 0 1,1 0-1,0 0 0,-1-1 0,2 1 0,-1 0 0,0 0 0,1 1 0,0-1 0,0 0 0,0 0 0,0 1 0,0-1 1,1 1-1,-1 0 0,1 0 0,0 0 0,0 0 0,1 0 0,-1 1 0,0-1 0,1 1 0,-1 0 0,1 0 0,0 0 0,0 1 1,0-1-1,0 1 0,0 0 0,0 0 0,0 0 0,3 0-39,-1 1-1,0 1-1,0-1 1,0 1 0,0 0 0,0 0 0,-1 1-1,1-1 1,0 1 0,-1 1 0,0-1-1,1 1 1,-1 0 0,0 0 0,0 0 0,-1 1-1,1 0 1,-1 0 0,1 0 0,-1 0-1,-1 1 1,1 0 0,-1-1 0,1 1 0,-1 0-1,-1 1 1,3 3 1,0 2 6,0-1 0,0 1 0,-1 0 0,0 1 0,-1-1 0,-1 0 0,1 1 0,-2 0 0,0 0-1,0-1 1,-1 1 0,0 0 0,-2 4-6,0-10 2,0 0-1,-1 0 0,1-1 1,-1 1-1,0-1 1,-1 0-1,0 1 1,1-2-1,-2 1 0,1 0 1,0-1-1,-1 0 1,0 0-1,0 0 0,0-1 1,0 1-1,-1-1 1,1 0-1,-1-1-1,3 0 6,0-1 0,1 1-1,-1-1 1,0 0 0,0 0 0,0 0-1,0 0 1,0 0 0,0-1 0,0 0 0,0 1-1,0-1 1,0 0 0,0-1 0,0 1 0,0 0-1,0-1 1,0 0 0,0 1 0,0-1 0,0 0-1,0-1 1,0 1 0,0 0 0,1-1 0,-1 0-1,1 1 1,-1-1 0,1 0 0,0-1-1,-1 1 1,1 0 0,0 0 0,1-1 0,-1 1-1,0-1 1,1 0 0,-1-1-6,1 3-2,1 1 0,-1-1 0,1 0-1,-1 0 1,1 1 0,0-1 0,-1 0 0,1 0 0,0 1-1,-1-1 1,1 0 0,0 0 0,0 0 0,0 0 0,0 1-1,0-1 1,0 0 0,0 0 0,0 0 0,0 0 0,1 0-1,-1 1 1,0-1 0,0 0 0,1 0 0,-1 1 0,1-1-1,-1 0 1,0 0 0,1 1 0,-1-1 0,1 0 0,0 1-1,-1-1 1,1 1 0,-1-1 0,1 1 0,0-1 2,3 0-6,-1 0 0,0 0-1,0 0 1,1 1 0,-1 0 0,0-1 0,1 1 0,-1 1 0,1-1-1,-1 0 1,1 1 6,83 20-39,-51-4-198,31 11 377,-65-27-413,1-1-1,-1 1 1,0 0-1,1-1 0,-1 0 1,1 0-1,-1 0 1,0 0-1,1 0 1,-1 0-1,1 0 1,-1-1-1,0 1 1,1-1-1,-1 0 1,0 0-1,0 1 0,0-2 1,1 1-1,-1 0 1,0 0-1,0-1 1,-1 1-1,2-2 274,5-7-989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1.93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95 45 4113,'4'-1'770,"33"-14"3587,-36 15-4181,0 0 0,0 0 0,0-1 0,0 1 0,0-1 0,-1 1 0,1-1 0,0 1 0,0-1-1,0 0 1,0 1 0,-1-1 0,1 0 0,0 0 0,-1 1 0,1-1 0,0 0 0,-1 0 0,1 0 0,-1 0 0,0 0 0,1 0-1,-1 0 1,0 0 0,1 0 0,-1 0 0,0 0 0,0 0 0,0 0 0,0 0 0,0 0-176,0 1 74,-1-1 1,1 1-1,0-1 1,-1 1-1,1 0 1,-1-1-1,1 1 1,-1 0-1,1 0 1,-1-1 0,1 1-1,-1 0 1,1 0-1,-1 0 1,0 0-1,1-1 1,-1 1-1,1 0 1,-1 0-1,1 0 1,-1 0-1,0 0 1,1 1-1,-1-1 1,1 0-1,-1 0 1,1 0-1,-1 0 1,1 1-1,-1-1 1,1 0-1,-1 0 1,1 1-1,-1-1-74,-18 12 824,15-5-652,-1 1 0,1 0 0,1 0 0,0 0 1,0 0-1,0 0 0,1 1 0,0 0-172,-16 47 563,7-35-496,0 1 0,2 0 0,1 1-1,0 0 1,2 0 0,0 1 0,2-1 0,1 1 0,1 0 0,0 0 0,2 1 0,1-1-1,1 2-66,-1-22 13,0 1 0,0-1-1,0 1 1,1-1-1,-1 0 1,1 0 0,0 1-1,0-1 1,0 0-1,1-1 1,-1 1 0,1 0-1,0-1 1,0 1-1,1-1 1,-1 0-1,1 0 1,-1-1 0,1 1-1,0-1 1,0 1-1,1-1-12,8 4-524,0-2-1,0 0 0,0 0 0,0-1 0,1-1 1,-1 0-1,1-1 525,2-1-1068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2.598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43 4273,'14'-42'10774,"-15"42"-10374,2 3 471,1 3-731,0 0-1,1 0 1,0-1 0,0 1-1,0-1 1,1 0-1,3 5-139,17 25 481,-15-18-457,1-1 0,1-1 0,1 0 1,0 0-1,1-1 0,0-1 0,1 0 0,0-1 1,1-1-1,1 0 0,0-1 0,0 0 0,1-1 1,5 1-25,-22-12-3461,-1 2 2810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2.94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45 0 7674,'-1'5'5367,"-3"27"-3669,3 0-1224,-2-1 0,-1 1 0,-1-1-1,-3 5-473,-2 14 251,2-18-106,7-28-721,7-25-1110,5-16 1033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3.47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 28 3033,'-7'11'9243,"8"-11"-5651,11-6-3781,-5 2 201,4-1-5,1-1 0,-1 2 0,1 0 0,0 0 1,8-1-8,-19 5-2,1-1 1,0 1 0,-1 0 0,1 0 0,-1 0 0,1 0 0,0 0 0,-1 0 0,1 1 0,-1-1 0,1 1 0,0-1 0,-1 1 0,1-1 0,-1 1 0,0 0 0,1-1 0,-1 1-1,2 1 2,-2 0-2,0-1-1,0 1 0,0 0 1,-1-1-1,1 1 0,0 0 1,-1 0-1,1 0 0,-1 0 1,0 0-1,1-1 0,-1 1 1,0 0-1,0 0 0,0 0 0,0 0 1,-1 0-1,1 0 0,0 0 1,-1 0-1,0 0 3,0 2-3,-1-1 1,0 1-1,0-1 0,0 0 0,0 0 1,-1 0-1,1 0 0,-1 0 0,1 0 1,-3 1 2,3-2 0,-1 0 0,1 0 0,0 0 0,0 0 0,0 1 1,0-1-1,1 1 0,-1-1 0,1 1 0,-1-1 0,1 1 0,0 0 1,0 0-1,0 1 0,55-4 8,-41-1-256,1 2 0,-1 0 1,1 0-1,-1 1 1,0 1-1,10 3 248,-15-5-408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3.87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30 5305,'5'-2'7237,"13"-2"-3507,10-2-3232,1 1-1,-1 1 1,29 0-498,-3 4-349,-34-3-3084,-19 2 2397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4.50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13 74 8562,'-1'0'252,"0"0"-1,1 0 1,-1 0 0,0-1-1,1 1 1,-1 0 0,1-1 0,-1 1-1,1 0 1,-1-1 0,1 1 0,-1-1-1,1 1 1,-1 0 0,1-1 0,0 1-1,-1-1 1,1 1 0,-1-1-1,1 0 1,0 1 0,0-1 0,-1 1-1,1-1 1,0 0 0,0 1 0,0-1-1,0 1 1,0-1 0,0 0 0,0 1-1,0-1-251,10-22 1295,-7 19-1368,0 0 0,1 1 0,-1 0 0,1-1-1,-1 1 1,1 0 0,0 1 0,0-1 0,1 1 0,1-2 73,-4 4 1,1 0 0,-1 0-1,1 0 1,-1 0 0,0 0 0,1 1 0,-1-1 0,0 1-1,1-1 1,-1 1 0,0 0 0,0 0 0,0 0 0,0 0-1,1 0 1,-1 1 0,-1-1 0,1 1 0,0-1 0,0 1-1,-1-1 1,1 1 0,0 0 0,-1 0 0,0 0 0,1 0-1,-1 0 1,0 1-1,6 7 39,-1 1 0,0 0 0,-1 1 0,3 7-39,-1 3 6,0-1 0,-1 1 1,2 19-7,-7-34-1,0 0 0,-1 0-1,1 0 1,-1 1 0,-1-1 0,1 0 0,-1 0 0,0 0 0,-1 0 0,0 0 0,0 0 0,0 0 0,-1-1 0,-1 2 1,3-5 3,-1-1 0,0 0 0,0 0 0,-1 0 1,1 0-1,0 0 0,-1-1 0,1 1 0,-1 0 1,1-1-1,-1 0 0,0 0 0,0 0 0,0 0 0,1 0 1,-1 0-1,0-1 0,0 0 0,0 1 0,0-1 0,0 0 1,0 0-1,0-1 0,0 1 0,0 0 0,-2-2-3,3 2 3,0 0-1,0-1 0,0 0 0,0 1 0,0-1 0,0 0 1,0 0-1,0 0 0,0 0 0,1 0 0,-1 0 1,0 0-1,1-1 0,-1 1 0,1-1 0,-1 1 0,1-1 1,0 0-1,0 1 0,0-1 0,0 0 0,0 0 0,0 0 1,0 0-1,0 0 0,1 0 0,-1 0 0,1 0 0,0 0 1,-1 0-1,1 0 0,0 0 0,0 0 0,0 0 1,1 0-1,-1 0 0,0 0 0,1-1-2,-1 0-4,1 0 0,0 0-1,0 0 1,0 0 0,0 1 0,0-1 0,0 0-1,1 1 1,0-1 0,-1 1 0,1-1 0,0 1-1,0 0 1,0-1 0,0 1 0,1 0-1,-1 1 1,0-1 0,1 0 0,-1 1 0,1-1-1,1 0 5,1 1 1,-1 0 0,1 0 0,-1 1 1,1-1-1,0 1 0,-1 0 0,1 0 0,-1 1 0,1 0 0,0-1 0,-1 1 0,1 1 0,2 0-1,13 6-2,-1 0 0,1 2 0,-1 0 0,-1 1 0,13 11 2,23 17-624,-51-41-1714,-4-3 1535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5.37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224 1 8474,'-11'0'7703,"-22"12"-6322,-5 2-1366,26-12 46,-9 2 134,1 0 0,0 2 0,0 0 0,0 1 0,-4 3-195,23-10-1,1 1 0,0-1 0,-1 0 0,1 1 0,0-1 0,0 0 0,-1 1 0,1-1-1,0 1 1,0-1 0,0 1 0,-1-1 0,1 0 0,0 1 0,0-1 0,0 1 0,0-1 0,0 1 0,0-1-1,0 1 1,0-1 0,0 1 0,0-1 0,0 0 0,0 1 0,1-1 0,-1 1 0,0-1 0,0 1-1,0-1 1,1 0 0,-1 1 0,0-1 0,0 1 0,1-1 0,-1 0 0,0 1 0,1-1 0,-1 0-1,0 0 1,1 1 0,-1-1 0,1 0 1,0 1 1,-1-1 0,1 1 0,-1-1 0,1 1 0,-1-1 0,1 1 0,-1 0 0,1-1 0,-1 1 0,1 0 0,-1-1 0,0 1 0,0 0 0,1-1-1,-1 1 1,0 0 0,0 0 0,0-1 0,1 1 0,-1 0 0,0 0 0,0-1 0,0 1 0,0 0 0,-1 0 0,1-1 0,0 1 0,0 0 0,0 0 0,-1-1 0,1 1 0,0 0 0,0-1 0,-1 1-1,1 0 1,-1-1 0,1 1 0,-1 0 0,1-1 0,-1 1 0,1-1 0,-1 1 0,1-1 0,-2 1-1,2-1-1,-1 1 0,1-1 0,-1 1 0,1-1 0,0 1 0,-1-1 0,1 1 0,-1 0 0,1-1 1,0 1-1,0-1 0,-1 1 0,1 0 0,0-1 0,0 1 0,0 0 0,-1-1 0,1 1 0,0 0 0,0-1 0,0 1 0,0 0 0,0-1 0,1 1 0,-1 0 0,0-1 1,0 1-1,0 0 0,1-1 0,-1 1 0,0 0 0,0-1 0,1 1 0,-1-1 0,1 1 0,-1-1 0,1 1 0,-1-1 0,0 1 0,1-1 0,0 1 0,-1-1 0,1 1 1,-1-1-1,1 0 0,-1 1 0,1-1 1,0 1-1,0-1 1,0 1 0,0 0 0,0 0 0,0 0 0,-1 0-1,1 0 1,0 0 0,-1 0 0,1 0 0,0 0-1,-1 1 1,0-1 0,1 0 0,-1 0 0,0 0-1,1 1 1,-1-1 0,0 0 0,0 0 0,0 1-1,0-1 1,0 0 0,0 0 0,0 0 0,-1 1 0,2-1-1,-1-1 1,1 1 0,-1 0 0,1-1 0,0 1-1,-1-1 1,1 0 0,0 1 0,-1-1 0,1 1-1,0-1 1,0 0 0,-1 0 0,1 1 0,0-1-1,0 0 1,0 0 0,-1 0 0,1 0 0,0 0-1,0 0 1,0 0 0,-1 0 0,1 0 0,0 0-1,0 0 1,0-1 0,29 1-8,-8-2-16,-1 1-1,0 1 0,1 1 0,-1 1 1,0 1-1,0 1 0,1 1 25,-15-3-14,0 0 0,0 1 0,0-1 0,0 1 0,0 1 0,-1-1-1,1 1 1,-1 0 0,0 1 0,0-1 0,0 1 0,-1 0 0,0 1 0,0-1 0,0 1-1,-1 0 1,0 0 0,0 1 0,0-1 0,-1 1 0,3 6 14,-3-4-25,-1-4 30,0 0 0,0 0 0,-1 0 1,0 0-1,0 1 0,0-1 0,0 0 1,-1 1-1,0 0-5,-1-4 10,1 0 1,-1 0-1,0 0 1,0 0-1,0 0 1,0 0-1,0 0 1,0-1-1,-1 1 1,1-1-1,0 1 1,-1 0-1,1-1 1,-1 0-1,0 1 1,1-1-1,-1 0 1,0 0-1,0 0 0,0 0 1,0 0-1,0-1 1,0 1-1,0-1 1,-1 1-11,-8 2 39,0 0 1,0-1-1,0-1 1,-1 0-1,1 0 0,0-1 1,0-1-1,-1 0 1,1 0-1,-1-1-39,-10-2-59,0-2 0,1 0-1,0-1 1,-12-6 59,33 13-49,-1 0-1,1 0 0,0 0 1,0 0-1,0 0 0,-1-1 1,1 1-1,0 0 0,0 0 1,0 0-1,0 0 0,0 0 1,-1 0-1,1-1 0,0 1 1,0 0-1,0 0 0,0 0 1,0 0-1,0-1 0,0 1 1,0 0-1,0 0 1,-1 0-1,1 0 0,0-1 1,0 1-1,0 0 0,0 0 1,0 0-1,0-1 0,0 1 1,0 0-1,0 0 0,0 0 1,0 0-1,1-1 0,-1 1 1,0 0-1,0 0 0,0 0 1,0-1-1,0 1 0,0 0 1,0 0-1,0 0 0,0 0 1,1 0-1,-1-1 0,0 1 1,0 0-1,0 0 0,0 0 1,0 0-1,1 0 0,-1 0 1,0 0-1,0 0 1,0 0-1,1-1 0,-1 1 1,0 0-1,0 0 0,0 0 50,3-2-481,4-6-722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5.95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51 1 5625,'-5'0'1558,"-16"1"3153,19-1-4576,0 1-1,1-1 1,-1 1-1,1-1 1,-1 1-1,1-1 1,0 1-1,-1 0 1,1 0-1,0 0 1,-1 0-1,1 0 0,0 0 1,0 0-1,0 0 1,0 1-1,-1 0-134,4 1 181,0-1-1,0 1 1,1-1-1,-1 0 1,1 0-1,-1 1 0,1-2 1,0 1-1,0 0 1,0 0-181,32 21 394,-2 2 0,-1 1 1,0 2-1,-2 1 0,-2 2 1,15 19-395,-6-1 91,-1 2 1,-3 2 0,-2 1-1,0 8-91,-24-49 42,0-1 11,0 1 0,-1 0-1,0 0 1,-1 1-1,-1 0 1,0 0-1,-1 0 1,0 0-1,-1 0 1,-1 1-1,0-1-52,-2-11 76,0 0-1,0 0 0,0 0 1,-1 0-1,1 0 0,-1 0 1,1-1-1,-1 1 0,0 0 1,0-1-1,0 0 0,-1 1 1,1-1-1,0 0 0,-1 0 0,1 0 1,-1-1-1,0 1 0,0 0 1,-2 0-76,-61 23-3606,46-20 930,-7 0 1149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6.8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11 148 5497,'-2'3'9110,"-2"-7"-6272,-1-17-2763,7 12-62,1 0 0,-1 0 0,2 0 0,-1 0 0,1 1 0,0-1-1,1 1 1,0 0 0,5-6-13,-8 11-2,-1 1 0,1 0 0,0-1 0,0 1 0,0 0 0,0 0 0,1 0 0,-1 0 0,0 0 0,1 1 0,-1-1-1,1 1 1,0-1 0,0 1 0,-1 0 0,1 0 0,0 0 0,0 1 0,0-1 0,0 1 0,0-1 0,0 1 0,0 0-1,0 0 1,0 0 0,0 1 0,0-1 0,0 1 0,0 0 0,0 0 0,0 0 0,-1 0 0,1 0 2,2 2-2,0 1 1,0 0-1,-1 0 0,1 0 1,-1 1-1,0 0 1,-1-1-1,1 1 1,-1 1-1,0-1 0,0 0 1,0 1-1,-1-1 1,1 6 1,4 7-5,-1 1 1,-2 0 0,3 19 4,-4-20-7,-2 0 1,0 1-1,-1-1 1,-1 1-1,0-1 0,-2 0 1,0 0-1,-1 3 7,2-15 3,0-1-1,0 1 0,0-1 0,-1 0 0,1 0 1,-1 1-1,0-2 0,-1 1 0,1 0 1,-1-1-1,0 0 0,-3 3-2,3-4 8,1-1 0,-1 0 0,0 0 0,1 0 0,-1 0 0,0-1 0,0 1 0,0-1 0,0 0 0,-1 0 0,1-1 0,0 1 1,0-1-1,0 0 0,-1 0 0,1 0 0,0-1 0,0 1 0,-1-1-8,4 0 5,-1 1 0,1 0 1,-1 0-1,1 0 0,0-1 1,-1 1-1,1-1 0,0 1 0,-1-1 1,1 0-1,0 1 0,0-1 1,-1 0-1,1 0 0,0 0 1,0 0-1,0 0 0,0 0 0,0 0 1,0 0-1,1 0 0,-1-1 1,0 1-1,0 0 0,1 0 1,-1-1-1,1 1 0,-1 0 0,1-1 1,0 1-1,-1-1 0,1 1 1,0-2-6,0 1-1,1-1 1,-1 1 0,1 0 0,-1-1 0,1 1 0,0 0 0,0-1 0,0 1-1,0 0 1,0 0 0,1 0 0,-1 0 0,1 0 0,-1 0 0,1 0-1,0 0 1,0 1 0,0-1 0,0 1 0,1-2 0,2 0-8,0 0-1,1 0 1,-1 0 0,1 1-1,0 0 1,0 0 0,-1 0-1,1 1 1,1 0 0,-1 0-1,0 0 1,0 1 0,0 0 0,0 0-1,0 0 1,0 1 0,1 0-1,4 2 9,10 3-4,-1 1 0,1 2 0,-1 0 0,14 9 4,-15-7-233,1-1 1,1-1-1,20 6 233,-14-14-1549,-20-5 1053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7.39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155 5 6017,'13'-5'5677,"-21"9"-3155,-43 26-1528,42-19-926,0 0 0,1 0 0,0 1 1,1 0-1,1 0 0,0 1 0,0 0 0,1 0 0,-2 10-68,-5 20 144,2 1-1,-1 18-143,9-50 76,1 1-1,0-1 1,1 0 0,0 1-1,1-1 1,0 0 0,1 0-1,0 0 1,1 0-1,1 0 1,0 0 0,0-1-1,1 1 1,1-1 0,-1 0-1,2-1 1,0 0-1,0 0 1,1 0 0,0-1-1,0 0 1,1 0 0,1-1-1,-1 0 1,6 2-76,-5-3-172,1-2 0,0 1 0,0-1 0,0-1 0,0 0 0,1 0 0,0-1 0,-1-1 0,1 0 0,11 0 172,2-1-710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8.04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5913,'7'18'4590,"3"6"-1735,19 32-1695,-9-28-608,1-1 0,1-1 0,22 21-552,-34-37 18,1-1 0,0 0 0,0-1 0,0 0-1,1-1 1,0 0 0,1-1 0,-1 0 0,1-1 0,14 4-18,-25-9-74,7-1-939,-12-5 630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8.37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18 1 7834,'-6'16'5549,"7"30"-4510,0-30-375,-13 161 720,11-173-2973,1-5 1079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8.73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8554,'4'1'3337,"-1"8"-2193,4 3-424,-4 9-96,3 1-80,1 4-240,1 1-16,4-4-168,-3 1-72,-2-5 16,-2-3-64,-1-4 0,0-6-64,-1-1-432,-2-4-344,-7-3 504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9.0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48 5233,'20'-7'3009,"8"2"-241,-2 0-1855,3-4-321,-3 5-384,1-2-88,5 2-128,-2 2-96,-5 0-2521,-6-2 1937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0:59.63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205 11 6665,'0'0'213,"0"-1"-1,0 1 0,0 0 0,0 0 0,0-1 0,0 1 1,0 0-1,1-1 0,-1 1 0,0 0 0,0-1 0,0 1 1,0 0-1,-1 0 0,1-1 0,0 1 0,0 0 0,0-1 1,0 1-1,0 0 0,0 0 0,0-1 0,0 1 0,-1 0 1,1 0-1,0-1 0,0 1 0,0 0 0,-1 0 0,1-1 1,0 1-1,0 0 0,-1 0 0,1 0 0,0 0 0,0-1 1,-1 1-1,1 0 0,0 0 0,-1 0-212,-17-1 2422,-32 13-3850,39-9 2408,-20 3-526,23-5-409,0 0 0,1 1 0,-1 0-1,1 0 1,-1 1 0,1 0 0,0 0 0,0 1 0,-1 0-45,8-4 1,0 0 0,-1 1 0,1-1 1,0 0-1,0 0 0,0 1 0,-1-1 1,1 0-1,0 1 0,0-1 0,0 0 0,0 1 1,-1-1-1,1 0 0,0 1 0,0-1 1,0 0-1,0 1 0,0-1 0,0 0 0,0 1 1,0-1-1,0 1 0,0-1 0,0 0 0,0 1 1,0-1-1,1 0 0,-1 1 0,0-1 1,0 0-1,0 1 0,0-1 0,1 0 0,-1 0 1,0 1-2,13 16-29,-11-15 34,0-1-1,0 1 1,-1 0 0,1 0-1,-1 0 1,1 0-1,-1 1 1,0-1-1,0 0 1,0 1 0,0-1-1,0 0 1,0 1-1,-1-1 1,1 2-5,-7 17-33,3-4 28,4-16 4,0 0 0,0 0 1,0 0-1,0 0 0,0 0 0,0 0 1,0 0-1,0-1 0,0 1 0,0-1 1,0 1-1,1 0 0,-1-1 0,0 0 1,0 1-1,1-1 0,0 0 1,33 9-40,-16-4 33,1 1 0,-1 0 0,7 4 7,-20-7-16,-1 0 0,1 0 0,-1 0 1,1 1-1,-1 0 0,0 0 0,0 1 0,-1-1 0,1 1 0,-1 0 0,0 0 0,2 4 16,14 15-137,10 13-39,-29-36 171,0 0 0,0 0 0,-1 1-1,1-1 1,0 0 0,0 1 0,-1-1-1,1 1 1,-1-1 0,1 1 0,-1-1-1,0 1 1,1-1 0,-1 1 0,0-1 0,0 1-1,0-1 1,0 1 0,0 0 0,-1 0 5,0 0 12,-1 0 0,0 0 1,1 0-1,-1 0 1,0-1-1,0 1 0,0-1 1,0 0-1,0 1 1,0-1-1,-1 0 0,1 0 1,0 0-1,0-1 0,-1 1 1,1 0-1,-1-1 1,1 0-1,-1 1 0,1-1 1,-1 0-1,-1 0-12,-56-3 196,57 2-188,-10 0-13,-76-13 140,81 12-204,1 0 0,0 0 1,0-1-1,0 0 1,0 0-1,0 0 0,1-1 1,-1 0-1,1-1 1,-3-2 68,8 7-93,1-1 1,-1 1-1,1-1 1,-1 1-1,1 0 1,-1-1-1,1 1 1,0-1-1,-1 1 1,1-1-1,0 0 1,-1 1-1,1-1 1,0 1-1,0-1 1,-1 1-1,1-1 1,0 0-1,0 1 1,0-1-1,0 0 0,0 1 1,0-1-1,0 1 1,0-1-1,0 0 1,0 1-1,1-1 1,-1 0-1,0 0 93,7-13-985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1:00.138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8 15 5041,'0'-1'91,"0"1"0,1 0 0,-1 0 0,0 0 0,0 0 0,1 0 0,-1-1 0,0 1 0,0 0 1,1 0-1,-1 0 0,0-1 0,0 1 0,1 0 0,-1-1 0,0 1 0,0 0 0,0 0 0,0-1 0,0 1 0,0 0 0,1-1 0,-1 1 0,0 0 0,0 0 0,0-1 0,0 1 0,0 0 0,0-1 0,0 1 0,0 0 1,0-1-1,0 1 0,0 0 0,-1-1 0,1 1 0,0 0 0,0-1 0,0 1 0,0 0 0,0 0 0,-1-1 0,1 1 0,0 0 0,0 0 0,0-1 0,-1 1 0,1 0 0,0 0 0,0 0 0,-1-1 0,1 1 0,0 0 0,0 0 1,-1 0-1,1 0 0,-1 0-91,1 0 80,1 0 1,-1 0-1,0 0 1,0 0-1,0 1 1,0-1-1,0 0 1,0 0-1,-1 0 1,1 1 0,0-1-1,0 0 1,0 0-1,0 0 1,0 0-1,0 0 1,0 1-1,0-1 1,0 0-1,0 0 1,0 0-1,-1 0 1,1 0 0,0 1-1,0-1 1,0 0-1,0 0 1,0 0-1,-1 0 1,1 0-1,0 0 1,0 0-1,0 0 1,0 0-1,-1 0 1,1 1 0,0-1-1,0 0 1,0 0-1,0 0 1,-1 0-1,1 0 1,0 0-1,0 0 1,0 0-1,0-1 1,-1 1-1,1 0 1,0 0 0,0 0-1,0 0 1,0 0-1,-1 0 1,1 0-1,0 0 1,0 0-1,0 0 1,0-1-81,18 25 224,2-1-1,0-1 1,2-1 0,16 13-224,15 14 100,-9-5-57,-1 2 0,-2 2 0,13 23-43,-43-54-2,0 1 0,-1 0 0,-1 0 0,-1 1 0,-1 0 0,0 0 0,-1 1 0,-1 0 1,-1 0-1,-1 0 0,0 1 0,-1-1 0,-2 1 2,0-17 66,0 0 0,-1 0 0,0 0 0,0 0 0,1 0 0,-2-1 0,1 1 0,0 0 0,-1 0 0,1-1 0,-1 1 0,0-1 0,0 1 0,0-1 0,0 0 0,0 0 0,0 0 0,-1 0 0,1 0 0,-1 0 0,1-1 0,-1 1 0,0-1 0,1 0 0,-1 0 0,0 0 0,0 0 0,0 0 0,0-1 0,0 1 0,0-1 0,0 0 0,-2 0-66,-1 1-71,1 0 0,-1-1-1,0 0 1,0 0 0,1 0-1,-1-1 1,0 0 0,1 0 0,-1 0-1,1-1 1,-1 0 0,1 0 0,-1 0-1,1-1 1,0 0 0,0 0 0,-3-3 71,2-1-1225,3-1 469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1:00.52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131 8 6273,'10'-3'3691,"2"-2"-283,-12 5-3382,1 1 0,-1-1 0,0 0 0,0 0 1,1 1-1,-1-1 0,0 0 0,0 1 0,0-1 0,1 0 0,-1 1 0,0-1 1,0 0-1,0 1 0,0-1 0,0 0 0,0 1 0,0-1 0,0 0 1,0 1-1,0-1 0,0 0 0,0 1 0,0-1 0,0 0 0,0 1 0,0-1 1,0 0-1,0 1 0,0-1 0,0 0 0,-1 1 0,1-1 0,0 0 1,0 1-1,0-1 0,-1 0 0,1 0 0,0 1-26,-18 41 930,-1-1-1,-8 11-929,9-20 120,1 2-1,2 0 1,2 1-1,-4 14-119,14-38 2,1 0 0,0 0 0,0 1 0,2-1-1,-1 0 1,1 0 0,1 1 0,0-1-1,0 0 1,1 0 0,1 0 0,0 0 0,0 0-1,1 0 1,0-1 0,4 6-2,-3-8 5,0-1 0,1 0 0,-1 0 0,1-1 1,0 1-1,1-1 0,0-1 0,0 1 0,0-1 0,0-1 0,1 1 1,0-1-1,0 0 0,7 1-5,18 7-151,0-2 1,0-1-1,4-1 151,-24-6-123,42 10-104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1:01.1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8762,'6'4'3537,"13"8"-2265,0 5-280,4 8-280,3 2-160,2 7-208,1 3-47,2-8-161,0 0-8,-12-9-48,-2-5-56,3-2 16,3-6-56,-4-4-72,0-3-56,-17-1-569,-2-1-207,3-5 528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1:01.45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78 0 8450,'-2'9'4528,"3"12"-2838,-1 13-1547,-4-15-43,-1 0 0,-1-1 0,0 0 0,-1 0-1,-1 0 1,-1-1 0,-1 0 0,-4 5-100,11-14 194,1-7-524,1-3-287,-1 2 219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1:01.778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9 9338,'15'-2'3681,"2"0"-2537,3 2-200,5-1-416,-2 1-96,1 0-232,-6-2-71,4 0-89,-2 2-80,-2 2-49,3-1-119,-7 0-664,-3-1-704,-7-2 984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1:02.10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131 0 8018,'-7'2'5175,"-25"8"-2033,20-7-3216,0 1 0,1 0 0,0 1 0,0 0 0,0 1 0,1 0 0,-3 2 74,15-3-3,1-1 1,-1 1 0,1-1-1,0 0 1,0 0-1,0 0 1,1-1 0,-1 1-1,5 2 3,12 7 4,0 0-1,1-1 0,9 3-3,-8-5 12,0 2-1,-1 1 0,7 5-11,-22-13 0,-1-1 1,1 2-1,0-1 0,-1 1 1,0-1-1,-1 1 1,1 1-1,-1-1 0,0 1 1,-1-1-1,1 1 0,1 6 0,-5-13 6,0 1-1,0-1 0,1 1 0,-1 0 0,0-1 0,0 1 1,0-1-1,0 1 0,0 0 0,0-1 0,0 1 1,0-1-1,0 1 0,0 0 0,0-1 0,0 1 1,-1-1-1,1 1 0,0 0 0,0-1 0,-1 1 0,1-1 1,0 1-1,-1-1 0,1 1 0,0-1 0,-1 1 1,1-1-1,-1 0 0,1 1 0,-1-1 0,1 1 0,-1-1 1,1 0-6,-27 6 109,-29-11-172,40 1-517,0-1-1,0 0 0,-12-6 581,-5-2-529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1:02.459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19 5777,'1'0'3073,"9"-4"-593,8-1-1287,6 1-553,-3-2-304,5 9-184,-8-2-80,6-1-96,4 2 16,-3-6-336,-1 5-488,-2 2 552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13:41:02.82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6257,'8'5'8570,"46"22"-8015,-14-8-237,-1 1 1,0 3-1,-2 1 0,-1 2 1,-1 1-1,17 19-318,-8-3 89,-2 1 0,-2 3 1,-2 1-1,13 24-89,-38-54 18,-1 0 0,-1 1 0,-1 0 0,0 1 0,-2 0 0,0 1 0,-2 0 0,0 0-1,3 19-17,-9-37 12,0-1-1,-1 0 0,1 0 0,0 1 0,-1-1 0,1 0 0,-1 0 0,1 0 0,-1 1 0,0-1 0,0 0 0,0 0-11,1-1 8,0-1 0,-1 0-1,1 1 1,0-1-1,0 0 1,0 0 0,0 1-1,0-1 1,0 0-1,0 1 1,-1-1-1,1 0 1,0 0 0,0 1-1,0-1 1,-1 0-1,1 0 1,0 1 0,0-1-1,-1 0 1,1 0-1,0 0 1,0 0-1,-1 1 1,1-1 0,0 0-1,-1 0 1,1 0-1,0 0 1,-1 0 0,1 0-1,0 0 1,-1 0-1,1 0 1,0 0 0,-1 0-1,1 0 1,0 0-1,0 0 1,-1 0-1,1 0 1,0 0 0,-1 0-1,1-1 1,0 1-1,-1 0 1,1 0 0,0 0-1,0 0 1,-1-1-1,1 1 1,0 0-1,0 0 1,0-1 0,-1 1-1,1 0 1,0 0-1,0-1 1,0 1 0,-1 0-8,-24 2-3248,-7 4 2436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0464"/>
          </a:xfrm>
          <a:prstGeom prst="rect">
            <a:avLst/>
          </a:prstGeom>
        </p:spPr>
        <p:txBody>
          <a:bodyPr vert="horz" lIns="93241" tIns="46621" rIns="93241" bIns="4662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0464"/>
          </a:xfrm>
          <a:prstGeom prst="rect">
            <a:avLst/>
          </a:prstGeom>
        </p:spPr>
        <p:txBody>
          <a:bodyPr vert="horz" lIns="93241" tIns="46621" rIns="93241" bIns="46621" rtlCol="0"/>
          <a:lstStyle>
            <a:lvl1pPr algn="r">
              <a:defRPr sz="1200"/>
            </a:lvl1pPr>
          </a:lstStyle>
          <a:p>
            <a:fld id="{64F06A37-08BD-4102-823B-2843DBB1B3D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73163"/>
            <a:ext cx="2447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41" tIns="46621" rIns="93241" bIns="4662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7414"/>
            <a:ext cx="5681980" cy="3698102"/>
          </a:xfrm>
          <a:prstGeom prst="rect">
            <a:avLst/>
          </a:prstGeom>
        </p:spPr>
        <p:txBody>
          <a:bodyPr vert="horz" lIns="93241" tIns="46621" rIns="93241" bIns="466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012"/>
            <a:ext cx="3077739" cy="470464"/>
          </a:xfrm>
          <a:prstGeom prst="rect">
            <a:avLst/>
          </a:prstGeom>
        </p:spPr>
        <p:txBody>
          <a:bodyPr vert="horz" lIns="93241" tIns="46621" rIns="93241" bIns="4662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8012"/>
            <a:ext cx="3077739" cy="470464"/>
          </a:xfrm>
          <a:prstGeom prst="rect">
            <a:avLst/>
          </a:prstGeom>
        </p:spPr>
        <p:txBody>
          <a:bodyPr vert="horz" lIns="93241" tIns="46621" rIns="93241" bIns="46621" rtlCol="0" anchor="b"/>
          <a:lstStyle>
            <a:lvl1pPr algn="r">
              <a:defRPr sz="1200"/>
            </a:lvl1pPr>
          </a:lstStyle>
          <a:p>
            <a:fld id="{36C04472-55B3-4467-934B-5AAAA4987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4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472-55B3-4467-934B-5AAAA49872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30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472-55B3-4467-934B-5AAAA49872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35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3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2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2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67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0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30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3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1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34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3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6BC24-6AF6-45BA-A67F-EC1EF82B132A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18AA7-FACE-4A04-ABAD-40267F72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8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26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28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27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39" Type="http://schemas.openxmlformats.org/officeDocument/2006/relationships/image" Target="../media/image20.png"/><Relationship Id="rId3" Type="http://schemas.openxmlformats.org/officeDocument/2006/relationships/image" Target="../media/image12.png"/><Relationship Id="rId34" Type="http://schemas.openxmlformats.org/officeDocument/2006/relationships/image" Target="../media/image32.png"/><Relationship Id="rId25" Type="http://schemas.openxmlformats.org/officeDocument/2006/relationships/image" Target="../media/image14.png"/><Relationship Id="rId33" Type="http://schemas.openxmlformats.org/officeDocument/2006/relationships/image" Target="../media/image31.png"/><Relationship Id="rId38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22.png"/><Relationship Id="rId37" Type="http://schemas.openxmlformats.org/officeDocument/2006/relationships/image" Target="../media/image18.png"/><Relationship Id="rId36" Type="http://schemas.openxmlformats.org/officeDocument/2006/relationships/image" Target="../media/image17.png"/><Relationship Id="rId4" Type="http://schemas.openxmlformats.org/officeDocument/2006/relationships/image" Target="../media/image13.png"/><Relationship Id="rId35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5.xml"/><Relationship Id="rId21" Type="http://schemas.openxmlformats.org/officeDocument/2006/relationships/customXml" Target="../ink/ink7.xml"/><Relationship Id="rId42" Type="http://schemas.openxmlformats.org/officeDocument/2006/relationships/image" Target="../media/image56.png"/><Relationship Id="rId63" Type="http://schemas.openxmlformats.org/officeDocument/2006/relationships/customXml" Target="../ink/ink28.xml"/><Relationship Id="rId84" Type="http://schemas.openxmlformats.org/officeDocument/2006/relationships/image" Target="../media/image77.png"/><Relationship Id="rId138" Type="http://schemas.openxmlformats.org/officeDocument/2006/relationships/image" Target="../media/image104.png"/><Relationship Id="rId159" Type="http://schemas.openxmlformats.org/officeDocument/2006/relationships/customXml" Target="../ink/ink76.xml"/><Relationship Id="rId170" Type="http://schemas.openxmlformats.org/officeDocument/2006/relationships/image" Target="../media/image120.png"/><Relationship Id="rId107" Type="http://schemas.openxmlformats.org/officeDocument/2006/relationships/customXml" Target="../ink/ink50.xml"/><Relationship Id="rId11" Type="http://schemas.openxmlformats.org/officeDocument/2006/relationships/customXml" Target="../ink/ink2.xml"/><Relationship Id="rId32" Type="http://schemas.openxmlformats.org/officeDocument/2006/relationships/image" Target="../media/image51.png"/><Relationship Id="rId53" Type="http://schemas.openxmlformats.org/officeDocument/2006/relationships/customXml" Target="../ink/ink23.xml"/><Relationship Id="rId74" Type="http://schemas.openxmlformats.org/officeDocument/2006/relationships/image" Target="../media/image72.png"/><Relationship Id="rId128" Type="http://schemas.openxmlformats.org/officeDocument/2006/relationships/image" Target="../media/image99.png"/><Relationship Id="rId149" Type="http://schemas.openxmlformats.org/officeDocument/2006/relationships/customXml" Target="../ink/ink71.xml"/><Relationship Id="rId5" Type="http://schemas.openxmlformats.org/officeDocument/2006/relationships/image" Target="../media/image26.png"/><Relationship Id="rId95" Type="http://schemas.openxmlformats.org/officeDocument/2006/relationships/customXml" Target="../ink/ink44.xml"/><Relationship Id="rId160" Type="http://schemas.openxmlformats.org/officeDocument/2006/relationships/image" Target="../media/image115.png"/><Relationship Id="rId181" Type="http://schemas.openxmlformats.org/officeDocument/2006/relationships/customXml" Target="../ink/ink87.xml"/><Relationship Id="rId22" Type="http://schemas.openxmlformats.org/officeDocument/2006/relationships/image" Target="../media/image46.png"/><Relationship Id="rId43" Type="http://schemas.openxmlformats.org/officeDocument/2006/relationships/customXml" Target="../ink/ink18.xml"/><Relationship Id="rId64" Type="http://schemas.openxmlformats.org/officeDocument/2006/relationships/image" Target="../media/image67.png"/><Relationship Id="rId118" Type="http://schemas.openxmlformats.org/officeDocument/2006/relationships/image" Target="../media/image94.png"/><Relationship Id="rId139" Type="http://schemas.openxmlformats.org/officeDocument/2006/relationships/customXml" Target="../ink/ink66.xml"/><Relationship Id="rId85" Type="http://schemas.openxmlformats.org/officeDocument/2006/relationships/customXml" Target="../ink/ink39.xml"/><Relationship Id="rId150" Type="http://schemas.openxmlformats.org/officeDocument/2006/relationships/image" Target="../media/image110.png"/><Relationship Id="rId171" Type="http://schemas.openxmlformats.org/officeDocument/2006/relationships/customXml" Target="../ink/ink82.xml"/><Relationship Id="rId12" Type="http://schemas.openxmlformats.org/officeDocument/2006/relationships/image" Target="../media/image41.png"/><Relationship Id="rId33" Type="http://schemas.openxmlformats.org/officeDocument/2006/relationships/customXml" Target="../ink/ink13.xml"/><Relationship Id="rId108" Type="http://schemas.openxmlformats.org/officeDocument/2006/relationships/image" Target="../media/image89.png"/><Relationship Id="rId129" Type="http://schemas.openxmlformats.org/officeDocument/2006/relationships/customXml" Target="../ink/ink61.xml"/><Relationship Id="rId54" Type="http://schemas.openxmlformats.org/officeDocument/2006/relationships/image" Target="../media/image62.png"/><Relationship Id="rId75" Type="http://schemas.openxmlformats.org/officeDocument/2006/relationships/customXml" Target="../ink/ink34.xml"/><Relationship Id="rId96" Type="http://schemas.openxmlformats.org/officeDocument/2006/relationships/image" Target="../media/image83.png"/><Relationship Id="rId140" Type="http://schemas.openxmlformats.org/officeDocument/2006/relationships/image" Target="../media/image105.png"/><Relationship Id="rId161" Type="http://schemas.openxmlformats.org/officeDocument/2006/relationships/customXml" Target="../ink/ink77.xml"/><Relationship Id="rId182" Type="http://schemas.openxmlformats.org/officeDocument/2006/relationships/image" Target="../media/image126.png"/><Relationship Id="rId6" Type="http://schemas.openxmlformats.org/officeDocument/2006/relationships/image" Target="../media/image27.png"/><Relationship Id="rId23" Type="http://schemas.openxmlformats.org/officeDocument/2006/relationships/customXml" Target="../ink/ink8.xml"/><Relationship Id="rId119" Type="http://schemas.openxmlformats.org/officeDocument/2006/relationships/customXml" Target="../ink/ink56.xml"/><Relationship Id="rId44" Type="http://schemas.openxmlformats.org/officeDocument/2006/relationships/image" Target="../media/image57.png"/><Relationship Id="rId65" Type="http://schemas.openxmlformats.org/officeDocument/2006/relationships/customXml" Target="../ink/ink29.xml"/><Relationship Id="rId86" Type="http://schemas.openxmlformats.org/officeDocument/2006/relationships/image" Target="../media/image78.png"/><Relationship Id="rId130" Type="http://schemas.openxmlformats.org/officeDocument/2006/relationships/image" Target="../media/image100.png"/><Relationship Id="rId151" Type="http://schemas.openxmlformats.org/officeDocument/2006/relationships/customXml" Target="../ink/ink72.xml"/><Relationship Id="rId172" Type="http://schemas.openxmlformats.org/officeDocument/2006/relationships/image" Target="../media/image121.png"/><Relationship Id="rId13" Type="http://schemas.openxmlformats.org/officeDocument/2006/relationships/customXml" Target="../ink/ink3.xml"/><Relationship Id="rId18" Type="http://schemas.openxmlformats.org/officeDocument/2006/relationships/image" Target="../media/image44.png"/><Relationship Id="rId39" Type="http://schemas.openxmlformats.org/officeDocument/2006/relationships/customXml" Target="../ink/ink16.xml"/><Relationship Id="rId109" Type="http://schemas.openxmlformats.org/officeDocument/2006/relationships/customXml" Target="../ink/ink51.xml"/><Relationship Id="rId34" Type="http://schemas.openxmlformats.org/officeDocument/2006/relationships/image" Target="../media/image52.png"/><Relationship Id="rId50" Type="http://schemas.openxmlformats.org/officeDocument/2006/relationships/image" Target="../media/image60.png"/><Relationship Id="rId55" Type="http://schemas.openxmlformats.org/officeDocument/2006/relationships/customXml" Target="../ink/ink24.xml"/><Relationship Id="rId76" Type="http://schemas.openxmlformats.org/officeDocument/2006/relationships/image" Target="../media/image73.png"/><Relationship Id="rId97" Type="http://schemas.openxmlformats.org/officeDocument/2006/relationships/customXml" Target="../ink/ink45.xml"/><Relationship Id="rId104" Type="http://schemas.openxmlformats.org/officeDocument/2006/relationships/image" Target="../media/image87.png"/><Relationship Id="rId120" Type="http://schemas.openxmlformats.org/officeDocument/2006/relationships/image" Target="../media/image95.png"/><Relationship Id="rId125" Type="http://schemas.openxmlformats.org/officeDocument/2006/relationships/customXml" Target="../ink/ink59.xml"/><Relationship Id="rId141" Type="http://schemas.openxmlformats.org/officeDocument/2006/relationships/customXml" Target="../ink/ink67.xml"/><Relationship Id="rId146" Type="http://schemas.openxmlformats.org/officeDocument/2006/relationships/image" Target="../media/image108.png"/><Relationship Id="rId167" Type="http://schemas.openxmlformats.org/officeDocument/2006/relationships/customXml" Target="../ink/ink80.xml"/><Relationship Id="rId188" Type="http://schemas.openxmlformats.org/officeDocument/2006/relationships/image" Target="../media/image129.png"/><Relationship Id="rId7" Type="http://schemas.openxmlformats.org/officeDocument/2006/relationships/image" Target="../media/image28.png"/><Relationship Id="rId71" Type="http://schemas.openxmlformats.org/officeDocument/2006/relationships/customXml" Target="../ink/ink32.xml"/><Relationship Id="rId92" Type="http://schemas.openxmlformats.org/officeDocument/2006/relationships/image" Target="../media/image81.png"/><Relationship Id="rId162" Type="http://schemas.openxmlformats.org/officeDocument/2006/relationships/image" Target="../media/image116.png"/><Relationship Id="rId183" Type="http://schemas.openxmlformats.org/officeDocument/2006/relationships/customXml" Target="../ink/ink88.xml"/><Relationship Id="rId2" Type="http://schemas.openxmlformats.org/officeDocument/2006/relationships/image" Target="../media/image21.png"/><Relationship Id="rId29" Type="http://schemas.openxmlformats.org/officeDocument/2006/relationships/customXml" Target="../ink/ink11.xml"/><Relationship Id="rId24" Type="http://schemas.openxmlformats.org/officeDocument/2006/relationships/image" Target="../media/image47.png"/><Relationship Id="rId40" Type="http://schemas.openxmlformats.org/officeDocument/2006/relationships/image" Target="../media/image55.png"/><Relationship Id="rId45" Type="http://schemas.openxmlformats.org/officeDocument/2006/relationships/customXml" Target="../ink/ink19.xml"/><Relationship Id="rId66" Type="http://schemas.openxmlformats.org/officeDocument/2006/relationships/image" Target="../media/image68.png"/><Relationship Id="rId87" Type="http://schemas.openxmlformats.org/officeDocument/2006/relationships/customXml" Target="../ink/ink40.xml"/><Relationship Id="rId110" Type="http://schemas.openxmlformats.org/officeDocument/2006/relationships/image" Target="../media/image90.png"/><Relationship Id="rId115" Type="http://schemas.openxmlformats.org/officeDocument/2006/relationships/customXml" Target="../ink/ink54.xml"/><Relationship Id="rId131" Type="http://schemas.openxmlformats.org/officeDocument/2006/relationships/customXml" Target="../ink/ink62.xml"/><Relationship Id="rId136" Type="http://schemas.openxmlformats.org/officeDocument/2006/relationships/image" Target="../media/image103.png"/><Relationship Id="rId157" Type="http://schemas.openxmlformats.org/officeDocument/2006/relationships/customXml" Target="../ink/ink75.xml"/><Relationship Id="rId178" Type="http://schemas.openxmlformats.org/officeDocument/2006/relationships/image" Target="../media/image124.png"/><Relationship Id="rId61" Type="http://schemas.openxmlformats.org/officeDocument/2006/relationships/customXml" Target="../ink/ink27.xml"/><Relationship Id="rId82" Type="http://schemas.openxmlformats.org/officeDocument/2006/relationships/image" Target="../media/image76.png"/><Relationship Id="rId152" Type="http://schemas.openxmlformats.org/officeDocument/2006/relationships/image" Target="../media/image111.png"/><Relationship Id="rId173" Type="http://schemas.openxmlformats.org/officeDocument/2006/relationships/customXml" Target="../ink/ink83.xml"/><Relationship Id="rId19" Type="http://schemas.openxmlformats.org/officeDocument/2006/relationships/customXml" Target="../ink/ink6.xml"/><Relationship Id="rId14" Type="http://schemas.openxmlformats.org/officeDocument/2006/relationships/image" Target="../media/image42.png"/><Relationship Id="rId30" Type="http://schemas.openxmlformats.org/officeDocument/2006/relationships/image" Target="../media/image50.png"/><Relationship Id="rId35" Type="http://schemas.openxmlformats.org/officeDocument/2006/relationships/customXml" Target="../ink/ink14.xml"/><Relationship Id="rId56" Type="http://schemas.openxmlformats.org/officeDocument/2006/relationships/image" Target="../media/image63.png"/><Relationship Id="rId77" Type="http://schemas.openxmlformats.org/officeDocument/2006/relationships/customXml" Target="../ink/ink35.xml"/><Relationship Id="rId100" Type="http://schemas.openxmlformats.org/officeDocument/2006/relationships/image" Target="../media/image85.png"/><Relationship Id="rId105" Type="http://schemas.openxmlformats.org/officeDocument/2006/relationships/customXml" Target="../ink/ink49.xml"/><Relationship Id="rId126" Type="http://schemas.openxmlformats.org/officeDocument/2006/relationships/image" Target="../media/image98.png"/><Relationship Id="rId147" Type="http://schemas.openxmlformats.org/officeDocument/2006/relationships/customXml" Target="../ink/ink70.xml"/><Relationship Id="rId168" Type="http://schemas.openxmlformats.org/officeDocument/2006/relationships/image" Target="../media/image119.png"/><Relationship Id="rId8" Type="http://schemas.openxmlformats.org/officeDocument/2006/relationships/image" Target="../media/image29.png"/><Relationship Id="rId51" Type="http://schemas.openxmlformats.org/officeDocument/2006/relationships/customXml" Target="../ink/ink22.xml"/><Relationship Id="rId72" Type="http://schemas.openxmlformats.org/officeDocument/2006/relationships/image" Target="../media/image71.png"/><Relationship Id="rId93" Type="http://schemas.openxmlformats.org/officeDocument/2006/relationships/customXml" Target="../ink/ink43.xml"/><Relationship Id="rId98" Type="http://schemas.openxmlformats.org/officeDocument/2006/relationships/image" Target="../media/image84.png"/><Relationship Id="rId121" Type="http://schemas.openxmlformats.org/officeDocument/2006/relationships/customXml" Target="../ink/ink57.xml"/><Relationship Id="rId142" Type="http://schemas.openxmlformats.org/officeDocument/2006/relationships/image" Target="../media/image106.png"/><Relationship Id="rId163" Type="http://schemas.openxmlformats.org/officeDocument/2006/relationships/customXml" Target="../ink/ink78.xml"/><Relationship Id="rId184" Type="http://schemas.openxmlformats.org/officeDocument/2006/relationships/image" Target="../media/image127.png"/><Relationship Id="rId3" Type="http://schemas.openxmlformats.org/officeDocument/2006/relationships/image" Target="../media/image24.png"/><Relationship Id="rId25" Type="http://schemas.openxmlformats.org/officeDocument/2006/relationships/customXml" Target="../ink/ink9.xml"/><Relationship Id="rId46" Type="http://schemas.openxmlformats.org/officeDocument/2006/relationships/image" Target="../media/image58.png"/><Relationship Id="rId67" Type="http://schemas.openxmlformats.org/officeDocument/2006/relationships/customXml" Target="../ink/ink30.xml"/><Relationship Id="rId116" Type="http://schemas.openxmlformats.org/officeDocument/2006/relationships/image" Target="../media/image93.png"/><Relationship Id="rId137" Type="http://schemas.openxmlformats.org/officeDocument/2006/relationships/customXml" Target="../ink/ink65.xml"/><Relationship Id="rId158" Type="http://schemas.openxmlformats.org/officeDocument/2006/relationships/image" Target="../media/image114.png"/><Relationship Id="rId20" Type="http://schemas.openxmlformats.org/officeDocument/2006/relationships/image" Target="../media/image45.png"/><Relationship Id="rId41" Type="http://schemas.openxmlformats.org/officeDocument/2006/relationships/customXml" Target="../ink/ink17.xml"/><Relationship Id="rId62" Type="http://schemas.openxmlformats.org/officeDocument/2006/relationships/image" Target="../media/image66.png"/><Relationship Id="rId83" Type="http://schemas.openxmlformats.org/officeDocument/2006/relationships/customXml" Target="../ink/ink38.xml"/><Relationship Id="rId88" Type="http://schemas.openxmlformats.org/officeDocument/2006/relationships/image" Target="../media/image79.png"/><Relationship Id="rId111" Type="http://schemas.openxmlformats.org/officeDocument/2006/relationships/customXml" Target="../ink/ink52.xml"/><Relationship Id="rId132" Type="http://schemas.openxmlformats.org/officeDocument/2006/relationships/image" Target="../media/image101.png"/><Relationship Id="rId153" Type="http://schemas.openxmlformats.org/officeDocument/2006/relationships/customXml" Target="../ink/ink73.xml"/><Relationship Id="rId174" Type="http://schemas.openxmlformats.org/officeDocument/2006/relationships/image" Target="../media/image122.png"/><Relationship Id="rId179" Type="http://schemas.openxmlformats.org/officeDocument/2006/relationships/customXml" Target="../ink/ink86.xml"/><Relationship Id="rId15" Type="http://schemas.openxmlformats.org/officeDocument/2006/relationships/customXml" Target="../ink/ink4.xml"/><Relationship Id="rId36" Type="http://schemas.openxmlformats.org/officeDocument/2006/relationships/image" Target="../media/image53.png"/><Relationship Id="rId57" Type="http://schemas.openxmlformats.org/officeDocument/2006/relationships/customXml" Target="../ink/ink25.xml"/><Relationship Id="rId106" Type="http://schemas.openxmlformats.org/officeDocument/2006/relationships/image" Target="../media/image88.png"/><Relationship Id="rId127" Type="http://schemas.openxmlformats.org/officeDocument/2006/relationships/customXml" Target="../ink/ink60.xml"/><Relationship Id="rId10" Type="http://schemas.openxmlformats.org/officeDocument/2006/relationships/image" Target="../media/image40.png"/><Relationship Id="rId31" Type="http://schemas.openxmlformats.org/officeDocument/2006/relationships/customXml" Target="../ink/ink12.xml"/><Relationship Id="rId52" Type="http://schemas.openxmlformats.org/officeDocument/2006/relationships/image" Target="../media/image61.png"/><Relationship Id="rId73" Type="http://schemas.openxmlformats.org/officeDocument/2006/relationships/customXml" Target="../ink/ink33.xml"/><Relationship Id="rId78" Type="http://schemas.openxmlformats.org/officeDocument/2006/relationships/image" Target="../media/image74.png"/><Relationship Id="rId94" Type="http://schemas.openxmlformats.org/officeDocument/2006/relationships/image" Target="../media/image82.png"/><Relationship Id="rId99" Type="http://schemas.openxmlformats.org/officeDocument/2006/relationships/customXml" Target="../ink/ink46.xml"/><Relationship Id="rId101" Type="http://schemas.openxmlformats.org/officeDocument/2006/relationships/customXml" Target="../ink/ink47.xml"/><Relationship Id="rId122" Type="http://schemas.openxmlformats.org/officeDocument/2006/relationships/image" Target="../media/image96.png"/><Relationship Id="rId143" Type="http://schemas.openxmlformats.org/officeDocument/2006/relationships/customXml" Target="../ink/ink68.xml"/><Relationship Id="rId148" Type="http://schemas.openxmlformats.org/officeDocument/2006/relationships/image" Target="../media/image109.png"/><Relationship Id="rId164" Type="http://schemas.openxmlformats.org/officeDocument/2006/relationships/image" Target="../media/image117.png"/><Relationship Id="rId169" Type="http://schemas.openxmlformats.org/officeDocument/2006/relationships/customXml" Target="../ink/ink81.xml"/><Relationship Id="rId185" Type="http://schemas.openxmlformats.org/officeDocument/2006/relationships/customXml" Target="../ink/ink89.xml"/><Relationship Id="rId4" Type="http://schemas.openxmlformats.org/officeDocument/2006/relationships/image" Target="../media/image25.png"/><Relationship Id="rId9" Type="http://schemas.openxmlformats.org/officeDocument/2006/relationships/customXml" Target="../ink/ink1.xml"/><Relationship Id="rId180" Type="http://schemas.openxmlformats.org/officeDocument/2006/relationships/image" Target="../media/image125.png"/><Relationship Id="rId26" Type="http://schemas.openxmlformats.org/officeDocument/2006/relationships/image" Target="../media/image48.png"/><Relationship Id="rId47" Type="http://schemas.openxmlformats.org/officeDocument/2006/relationships/customXml" Target="../ink/ink20.xml"/><Relationship Id="rId68" Type="http://schemas.openxmlformats.org/officeDocument/2006/relationships/image" Target="../media/image69.png"/><Relationship Id="rId89" Type="http://schemas.openxmlformats.org/officeDocument/2006/relationships/customXml" Target="../ink/ink41.xml"/><Relationship Id="rId112" Type="http://schemas.openxmlformats.org/officeDocument/2006/relationships/image" Target="../media/image91.png"/><Relationship Id="rId133" Type="http://schemas.openxmlformats.org/officeDocument/2006/relationships/customXml" Target="../ink/ink63.xml"/><Relationship Id="rId154" Type="http://schemas.openxmlformats.org/officeDocument/2006/relationships/image" Target="../media/image112.png"/><Relationship Id="rId175" Type="http://schemas.openxmlformats.org/officeDocument/2006/relationships/customXml" Target="../ink/ink84.xml"/><Relationship Id="rId16" Type="http://schemas.openxmlformats.org/officeDocument/2006/relationships/image" Target="../media/image43.png"/><Relationship Id="rId37" Type="http://schemas.openxmlformats.org/officeDocument/2006/relationships/customXml" Target="../ink/ink15.xml"/><Relationship Id="rId58" Type="http://schemas.openxmlformats.org/officeDocument/2006/relationships/image" Target="../media/image64.png"/><Relationship Id="rId79" Type="http://schemas.openxmlformats.org/officeDocument/2006/relationships/customXml" Target="../ink/ink36.xml"/><Relationship Id="rId102" Type="http://schemas.openxmlformats.org/officeDocument/2006/relationships/image" Target="../media/image86.png"/><Relationship Id="rId123" Type="http://schemas.openxmlformats.org/officeDocument/2006/relationships/customXml" Target="../ink/ink58.xml"/><Relationship Id="rId144" Type="http://schemas.openxmlformats.org/officeDocument/2006/relationships/image" Target="../media/image107.png"/><Relationship Id="rId90" Type="http://schemas.openxmlformats.org/officeDocument/2006/relationships/image" Target="../media/image80.png"/><Relationship Id="rId165" Type="http://schemas.openxmlformats.org/officeDocument/2006/relationships/customXml" Target="../ink/ink79.xml"/><Relationship Id="rId186" Type="http://schemas.openxmlformats.org/officeDocument/2006/relationships/image" Target="../media/image128.png"/><Relationship Id="rId27" Type="http://schemas.openxmlformats.org/officeDocument/2006/relationships/customXml" Target="../ink/ink10.xml"/><Relationship Id="rId48" Type="http://schemas.openxmlformats.org/officeDocument/2006/relationships/image" Target="../media/image59.png"/><Relationship Id="rId69" Type="http://schemas.openxmlformats.org/officeDocument/2006/relationships/customXml" Target="../ink/ink31.xml"/><Relationship Id="rId113" Type="http://schemas.openxmlformats.org/officeDocument/2006/relationships/customXml" Target="../ink/ink53.xml"/><Relationship Id="rId134" Type="http://schemas.openxmlformats.org/officeDocument/2006/relationships/image" Target="../media/image102.png"/><Relationship Id="rId80" Type="http://schemas.openxmlformats.org/officeDocument/2006/relationships/image" Target="../media/image75.png"/><Relationship Id="rId155" Type="http://schemas.openxmlformats.org/officeDocument/2006/relationships/customXml" Target="../ink/ink74.xml"/><Relationship Id="rId176" Type="http://schemas.openxmlformats.org/officeDocument/2006/relationships/image" Target="../media/image123.png"/><Relationship Id="rId17" Type="http://schemas.openxmlformats.org/officeDocument/2006/relationships/customXml" Target="../ink/ink5.xml"/><Relationship Id="rId38" Type="http://schemas.openxmlformats.org/officeDocument/2006/relationships/image" Target="../media/image54.png"/><Relationship Id="rId59" Type="http://schemas.openxmlformats.org/officeDocument/2006/relationships/customXml" Target="../ink/ink26.xml"/><Relationship Id="rId103" Type="http://schemas.openxmlformats.org/officeDocument/2006/relationships/customXml" Target="../ink/ink48.xml"/><Relationship Id="rId124" Type="http://schemas.openxmlformats.org/officeDocument/2006/relationships/image" Target="../media/image97.png"/><Relationship Id="rId70" Type="http://schemas.openxmlformats.org/officeDocument/2006/relationships/image" Target="../media/image70.png"/><Relationship Id="rId91" Type="http://schemas.openxmlformats.org/officeDocument/2006/relationships/customXml" Target="../ink/ink42.xml"/><Relationship Id="rId145" Type="http://schemas.openxmlformats.org/officeDocument/2006/relationships/customXml" Target="../ink/ink69.xml"/><Relationship Id="rId166" Type="http://schemas.openxmlformats.org/officeDocument/2006/relationships/image" Target="../media/image118.png"/><Relationship Id="rId187" Type="http://schemas.openxmlformats.org/officeDocument/2006/relationships/customXml" Target="../ink/ink90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49.png"/><Relationship Id="rId49" Type="http://schemas.openxmlformats.org/officeDocument/2006/relationships/customXml" Target="../ink/ink21.xml"/><Relationship Id="rId114" Type="http://schemas.openxmlformats.org/officeDocument/2006/relationships/image" Target="../media/image92.png"/><Relationship Id="rId60" Type="http://schemas.openxmlformats.org/officeDocument/2006/relationships/image" Target="../media/image65.png"/><Relationship Id="rId81" Type="http://schemas.openxmlformats.org/officeDocument/2006/relationships/customXml" Target="../ink/ink37.xml"/><Relationship Id="rId135" Type="http://schemas.openxmlformats.org/officeDocument/2006/relationships/customXml" Target="../ink/ink64.xml"/><Relationship Id="rId156" Type="http://schemas.openxmlformats.org/officeDocument/2006/relationships/image" Target="../media/image113.png"/><Relationship Id="rId177" Type="http://schemas.openxmlformats.org/officeDocument/2006/relationships/customXml" Target="../ink/ink8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3.png"/><Relationship Id="rId299" Type="http://schemas.openxmlformats.org/officeDocument/2006/relationships/image" Target="../media/image274.png"/><Relationship Id="rId21" Type="http://schemas.openxmlformats.org/officeDocument/2006/relationships/image" Target="../media/image135.png"/><Relationship Id="rId63" Type="http://schemas.openxmlformats.org/officeDocument/2006/relationships/image" Target="../media/image156.png"/><Relationship Id="rId159" Type="http://schemas.openxmlformats.org/officeDocument/2006/relationships/image" Target="../media/image204.png"/><Relationship Id="rId170" Type="http://schemas.openxmlformats.org/officeDocument/2006/relationships/customXml" Target="../ink/ink171.xml"/><Relationship Id="rId226" Type="http://schemas.openxmlformats.org/officeDocument/2006/relationships/customXml" Target="../ink/ink199.xml"/><Relationship Id="rId268" Type="http://schemas.openxmlformats.org/officeDocument/2006/relationships/customXml" Target="../ink/ink220.xml"/><Relationship Id="rId32" Type="http://schemas.openxmlformats.org/officeDocument/2006/relationships/customXml" Target="../ink/ink102.xml"/><Relationship Id="rId74" Type="http://schemas.openxmlformats.org/officeDocument/2006/relationships/customXml" Target="../ink/ink123.xml"/><Relationship Id="rId128" Type="http://schemas.openxmlformats.org/officeDocument/2006/relationships/customXml" Target="../ink/ink150.xml"/><Relationship Id="rId5" Type="http://schemas.openxmlformats.org/officeDocument/2006/relationships/image" Target="../media/image35.png"/><Relationship Id="rId181" Type="http://schemas.openxmlformats.org/officeDocument/2006/relationships/image" Target="../media/image215.png"/><Relationship Id="rId237" Type="http://schemas.openxmlformats.org/officeDocument/2006/relationships/image" Target="../media/image243.png"/><Relationship Id="rId279" Type="http://schemas.openxmlformats.org/officeDocument/2006/relationships/image" Target="../media/image264.png"/><Relationship Id="rId43" Type="http://schemas.openxmlformats.org/officeDocument/2006/relationships/image" Target="../media/image146.png"/><Relationship Id="rId139" Type="http://schemas.openxmlformats.org/officeDocument/2006/relationships/image" Target="../media/image194.png"/><Relationship Id="rId290" Type="http://schemas.openxmlformats.org/officeDocument/2006/relationships/customXml" Target="../ink/ink231.xml"/><Relationship Id="rId304" Type="http://schemas.openxmlformats.org/officeDocument/2006/relationships/customXml" Target="../ink/ink238.xml"/><Relationship Id="rId85" Type="http://schemas.openxmlformats.org/officeDocument/2006/relationships/image" Target="../media/image167.png"/><Relationship Id="rId150" Type="http://schemas.openxmlformats.org/officeDocument/2006/relationships/customXml" Target="../ink/ink161.xml"/><Relationship Id="rId192" Type="http://schemas.openxmlformats.org/officeDocument/2006/relationships/customXml" Target="../ink/ink182.xml"/><Relationship Id="rId206" Type="http://schemas.openxmlformats.org/officeDocument/2006/relationships/customXml" Target="../ink/ink189.xml"/><Relationship Id="rId248" Type="http://schemas.openxmlformats.org/officeDocument/2006/relationships/customXml" Target="../ink/ink210.xml"/><Relationship Id="rId12" Type="http://schemas.openxmlformats.org/officeDocument/2006/relationships/customXml" Target="../ink/ink92.xml"/><Relationship Id="rId108" Type="http://schemas.openxmlformats.org/officeDocument/2006/relationships/customXml" Target="../ink/ink140.xml"/><Relationship Id="rId54" Type="http://schemas.openxmlformats.org/officeDocument/2006/relationships/customXml" Target="../ink/ink113.xml"/><Relationship Id="rId96" Type="http://schemas.openxmlformats.org/officeDocument/2006/relationships/customXml" Target="../ink/ink134.xml"/><Relationship Id="rId161" Type="http://schemas.openxmlformats.org/officeDocument/2006/relationships/image" Target="../media/image205.png"/><Relationship Id="rId217" Type="http://schemas.openxmlformats.org/officeDocument/2006/relationships/image" Target="../media/image233.png"/><Relationship Id="rId259" Type="http://schemas.openxmlformats.org/officeDocument/2006/relationships/image" Target="../media/image254.png"/><Relationship Id="rId23" Type="http://schemas.openxmlformats.org/officeDocument/2006/relationships/image" Target="../media/image136.png"/><Relationship Id="rId119" Type="http://schemas.openxmlformats.org/officeDocument/2006/relationships/image" Target="../media/image184.png"/><Relationship Id="rId270" Type="http://schemas.openxmlformats.org/officeDocument/2006/relationships/customXml" Target="../ink/ink221.xml"/><Relationship Id="rId291" Type="http://schemas.openxmlformats.org/officeDocument/2006/relationships/image" Target="../media/image270.png"/><Relationship Id="rId305" Type="http://schemas.openxmlformats.org/officeDocument/2006/relationships/image" Target="../media/image277.png"/><Relationship Id="rId44" Type="http://schemas.openxmlformats.org/officeDocument/2006/relationships/customXml" Target="../ink/ink108.xml"/><Relationship Id="rId65" Type="http://schemas.openxmlformats.org/officeDocument/2006/relationships/image" Target="../media/image157.png"/><Relationship Id="rId86" Type="http://schemas.openxmlformats.org/officeDocument/2006/relationships/customXml" Target="../ink/ink129.xml"/><Relationship Id="rId130" Type="http://schemas.openxmlformats.org/officeDocument/2006/relationships/customXml" Target="../ink/ink151.xml"/><Relationship Id="rId151" Type="http://schemas.openxmlformats.org/officeDocument/2006/relationships/image" Target="../media/image200.png"/><Relationship Id="rId172" Type="http://schemas.openxmlformats.org/officeDocument/2006/relationships/customXml" Target="../ink/ink172.xml"/><Relationship Id="rId193" Type="http://schemas.openxmlformats.org/officeDocument/2006/relationships/image" Target="../media/image221.png"/><Relationship Id="rId207" Type="http://schemas.openxmlformats.org/officeDocument/2006/relationships/image" Target="../media/image228.png"/><Relationship Id="rId228" Type="http://schemas.openxmlformats.org/officeDocument/2006/relationships/customXml" Target="../ink/ink200.xml"/><Relationship Id="rId249" Type="http://schemas.openxmlformats.org/officeDocument/2006/relationships/image" Target="../media/image249.png"/><Relationship Id="rId13" Type="http://schemas.openxmlformats.org/officeDocument/2006/relationships/image" Target="../media/image131.png"/><Relationship Id="rId109" Type="http://schemas.openxmlformats.org/officeDocument/2006/relationships/image" Target="../media/image179.png"/><Relationship Id="rId260" Type="http://schemas.openxmlformats.org/officeDocument/2006/relationships/customXml" Target="../ink/ink216.xml"/><Relationship Id="rId281" Type="http://schemas.openxmlformats.org/officeDocument/2006/relationships/image" Target="../media/image265.png"/><Relationship Id="rId34" Type="http://schemas.openxmlformats.org/officeDocument/2006/relationships/customXml" Target="../ink/ink103.xml"/><Relationship Id="rId55" Type="http://schemas.openxmlformats.org/officeDocument/2006/relationships/image" Target="../media/image152.png"/><Relationship Id="rId76" Type="http://schemas.openxmlformats.org/officeDocument/2006/relationships/customXml" Target="../ink/ink124.xml"/><Relationship Id="rId97" Type="http://schemas.openxmlformats.org/officeDocument/2006/relationships/image" Target="../media/image173.png"/><Relationship Id="rId120" Type="http://schemas.openxmlformats.org/officeDocument/2006/relationships/customXml" Target="../ink/ink146.xml"/><Relationship Id="rId141" Type="http://schemas.openxmlformats.org/officeDocument/2006/relationships/image" Target="../media/image195.png"/><Relationship Id="rId7" Type="http://schemas.openxmlformats.org/officeDocument/2006/relationships/image" Target="../media/image37.png"/><Relationship Id="rId162" Type="http://schemas.openxmlformats.org/officeDocument/2006/relationships/customXml" Target="../ink/ink167.xml"/><Relationship Id="rId183" Type="http://schemas.openxmlformats.org/officeDocument/2006/relationships/image" Target="../media/image216.png"/><Relationship Id="rId218" Type="http://schemas.openxmlformats.org/officeDocument/2006/relationships/customXml" Target="../ink/ink195.xml"/><Relationship Id="rId239" Type="http://schemas.openxmlformats.org/officeDocument/2006/relationships/image" Target="../media/image244.png"/><Relationship Id="rId250" Type="http://schemas.openxmlformats.org/officeDocument/2006/relationships/customXml" Target="../ink/ink211.xml"/><Relationship Id="rId271" Type="http://schemas.openxmlformats.org/officeDocument/2006/relationships/image" Target="../media/image260.png"/><Relationship Id="rId292" Type="http://schemas.openxmlformats.org/officeDocument/2006/relationships/customXml" Target="../ink/ink232.xml"/><Relationship Id="rId306" Type="http://schemas.openxmlformats.org/officeDocument/2006/relationships/customXml" Target="../ink/ink239.xml"/><Relationship Id="rId24" Type="http://schemas.openxmlformats.org/officeDocument/2006/relationships/customXml" Target="../ink/ink98.xml"/><Relationship Id="rId45" Type="http://schemas.openxmlformats.org/officeDocument/2006/relationships/image" Target="../media/image147.png"/><Relationship Id="rId66" Type="http://schemas.openxmlformats.org/officeDocument/2006/relationships/customXml" Target="../ink/ink119.xml"/><Relationship Id="rId87" Type="http://schemas.openxmlformats.org/officeDocument/2006/relationships/image" Target="../media/image168.png"/><Relationship Id="rId110" Type="http://schemas.openxmlformats.org/officeDocument/2006/relationships/customXml" Target="../ink/ink141.xml"/><Relationship Id="rId131" Type="http://schemas.openxmlformats.org/officeDocument/2006/relationships/image" Target="../media/image190.png"/><Relationship Id="rId152" Type="http://schemas.openxmlformats.org/officeDocument/2006/relationships/customXml" Target="../ink/ink162.xml"/><Relationship Id="rId173" Type="http://schemas.openxmlformats.org/officeDocument/2006/relationships/image" Target="../media/image211.png"/><Relationship Id="rId194" Type="http://schemas.openxmlformats.org/officeDocument/2006/relationships/customXml" Target="../ink/ink183.xml"/><Relationship Id="rId208" Type="http://schemas.openxmlformats.org/officeDocument/2006/relationships/customXml" Target="../ink/ink190.xml"/><Relationship Id="rId229" Type="http://schemas.openxmlformats.org/officeDocument/2006/relationships/image" Target="../media/image239.png"/><Relationship Id="rId240" Type="http://schemas.openxmlformats.org/officeDocument/2006/relationships/customXml" Target="../ink/ink206.xml"/><Relationship Id="rId261" Type="http://schemas.openxmlformats.org/officeDocument/2006/relationships/image" Target="../media/image255.png"/><Relationship Id="rId14" Type="http://schemas.openxmlformats.org/officeDocument/2006/relationships/customXml" Target="../ink/ink93.xml"/><Relationship Id="rId35" Type="http://schemas.openxmlformats.org/officeDocument/2006/relationships/image" Target="../media/image142.png"/><Relationship Id="rId56" Type="http://schemas.openxmlformats.org/officeDocument/2006/relationships/customXml" Target="../ink/ink114.xml"/><Relationship Id="rId77" Type="http://schemas.openxmlformats.org/officeDocument/2006/relationships/image" Target="../media/image163.png"/><Relationship Id="rId100" Type="http://schemas.openxmlformats.org/officeDocument/2006/relationships/customXml" Target="../ink/ink136.xml"/><Relationship Id="rId282" Type="http://schemas.openxmlformats.org/officeDocument/2006/relationships/customXml" Target="../ink/ink227.xml"/><Relationship Id="rId8" Type="http://schemas.openxmlformats.org/officeDocument/2006/relationships/image" Target="../media/image38.png"/><Relationship Id="rId98" Type="http://schemas.openxmlformats.org/officeDocument/2006/relationships/customXml" Target="../ink/ink135.xml"/><Relationship Id="rId121" Type="http://schemas.openxmlformats.org/officeDocument/2006/relationships/image" Target="../media/image185.png"/><Relationship Id="rId142" Type="http://schemas.openxmlformats.org/officeDocument/2006/relationships/customXml" Target="../ink/ink157.xml"/><Relationship Id="rId163" Type="http://schemas.openxmlformats.org/officeDocument/2006/relationships/image" Target="../media/image206.png"/><Relationship Id="rId184" Type="http://schemas.openxmlformats.org/officeDocument/2006/relationships/customXml" Target="../ink/ink178.xml"/><Relationship Id="rId219" Type="http://schemas.openxmlformats.org/officeDocument/2006/relationships/image" Target="../media/image234.png"/><Relationship Id="rId230" Type="http://schemas.openxmlformats.org/officeDocument/2006/relationships/customXml" Target="../ink/ink201.xml"/><Relationship Id="rId251" Type="http://schemas.openxmlformats.org/officeDocument/2006/relationships/image" Target="../media/image250.png"/><Relationship Id="rId25" Type="http://schemas.openxmlformats.org/officeDocument/2006/relationships/image" Target="../media/image137.png"/><Relationship Id="rId46" Type="http://schemas.openxmlformats.org/officeDocument/2006/relationships/customXml" Target="../ink/ink109.xml"/><Relationship Id="rId67" Type="http://schemas.openxmlformats.org/officeDocument/2006/relationships/image" Target="../media/image158.png"/><Relationship Id="rId272" Type="http://schemas.openxmlformats.org/officeDocument/2006/relationships/customXml" Target="../ink/ink222.xml"/><Relationship Id="rId293" Type="http://schemas.openxmlformats.org/officeDocument/2006/relationships/image" Target="../media/image271.png"/><Relationship Id="rId307" Type="http://schemas.openxmlformats.org/officeDocument/2006/relationships/image" Target="../media/image278.png"/><Relationship Id="rId88" Type="http://schemas.openxmlformats.org/officeDocument/2006/relationships/customXml" Target="../ink/ink130.xml"/><Relationship Id="rId111" Type="http://schemas.openxmlformats.org/officeDocument/2006/relationships/image" Target="../media/image180.png"/><Relationship Id="rId132" Type="http://schemas.openxmlformats.org/officeDocument/2006/relationships/customXml" Target="../ink/ink152.xml"/><Relationship Id="rId153" Type="http://schemas.openxmlformats.org/officeDocument/2006/relationships/image" Target="../media/image201.png"/><Relationship Id="rId174" Type="http://schemas.openxmlformats.org/officeDocument/2006/relationships/customXml" Target="../ink/ink173.xml"/><Relationship Id="rId195" Type="http://schemas.openxmlformats.org/officeDocument/2006/relationships/image" Target="../media/image222.png"/><Relationship Id="rId209" Type="http://schemas.openxmlformats.org/officeDocument/2006/relationships/image" Target="../media/image229.png"/><Relationship Id="rId220" Type="http://schemas.openxmlformats.org/officeDocument/2006/relationships/customXml" Target="../ink/ink196.xml"/><Relationship Id="rId241" Type="http://schemas.openxmlformats.org/officeDocument/2006/relationships/image" Target="../media/image245.png"/><Relationship Id="rId15" Type="http://schemas.openxmlformats.org/officeDocument/2006/relationships/image" Target="../media/image132.png"/><Relationship Id="rId36" Type="http://schemas.openxmlformats.org/officeDocument/2006/relationships/customXml" Target="../ink/ink104.xml"/><Relationship Id="rId57" Type="http://schemas.openxmlformats.org/officeDocument/2006/relationships/image" Target="../media/image153.png"/><Relationship Id="rId262" Type="http://schemas.openxmlformats.org/officeDocument/2006/relationships/customXml" Target="../ink/ink217.xml"/><Relationship Id="rId283" Type="http://schemas.openxmlformats.org/officeDocument/2006/relationships/image" Target="../media/image266.png"/><Relationship Id="rId78" Type="http://schemas.openxmlformats.org/officeDocument/2006/relationships/customXml" Target="../ink/ink125.xml"/><Relationship Id="rId99" Type="http://schemas.openxmlformats.org/officeDocument/2006/relationships/image" Target="../media/image174.png"/><Relationship Id="rId101" Type="http://schemas.openxmlformats.org/officeDocument/2006/relationships/image" Target="../media/image175.png"/><Relationship Id="rId122" Type="http://schemas.openxmlformats.org/officeDocument/2006/relationships/customXml" Target="../ink/ink147.xml"/><Relationship Id="rId143" Type="http://schemas.openxmlformats.org/officeDocument/2006/relationships/image" Target="../media/image196.png"/><Relationship Id="rId164" Type="http://schemas.openxmlformats.org/officeDocument/2006/relationships/customXml" Target="../ink/ink168.xml"/><Relationship Id="rId185" Type="http://schemas.openxmlformats.org/officeDocument/2006/relationships/image" Target="../media/image217.png"/><Relationship Id="rId9" Type="http://schemas.openxmlformats.org/officeDocument/2006/relationships/image" Target="../media/image39.png"/><Relationship Id="rId210" Type="http://schemas.openxmlformats.org/officeDocument/2006/relationships/customXml" Target="../ink/ink191.xml"/><Relationship Id="rId26" Type="http://schemas.openxmlformats.org/officeDocument/2006/relationships/customXml" Target="../ink/ink99.xml"/><Relationship Id="rId231" Type="http://schemas.openxmlformats.org/officeDocument/2006/relationships/image" Target="../media/image240.png"/><Relationship Id="rId252" Type="http://schemas.openxmlformats.org/officeDocument/2006/relationships/customXml" Target="../ink/ink212.xml"/><Relationship Id="rId273" Type="http://schemas.openxmlformats.org/officeDocument/2006/relationships/image" Target="../media/image261.png"/><Relationship Id="rId294" Type="http://schemas.openxmlformats.org/officeDocument/2006/relationships/customXml" Target="../ink/ink233.xml"/><Relationship Id="rId47" Type="http://schemas.openxmlformats.org/officeDocument/2006/relationships/image" Target="../media/image148.png"/><Relationship Id="rId68" Type="http://schemas.openxmlformats.org/officeDocument/2006/relationships/customXml" Target="../ink/ink120.xml"/><Relationship Id="rId89" Type="http://schemas.openxmlformats.org/officeDocument/2006/relationships/image" Target="../media/image169.png"/><Relationship Id="rId112" Type="http://schemas.openxmlformats.org/officeDocument/2006/relationships/customXml" Target="../ink/ink142.xml"/><Relationship Id="rId133" Type="http://schemas.openxmlformats.org/officeDocument/2006/relationships/image" Target="../media/image191.png"/><Relationship Id="rId154" Type="http://schemas.openxmlformats.org/officeDocument/2006/relationships/customXml" Target="../ink/ink163.xml"/><Relationship Id="rId175" Type="http://schemas.openxmlformats.org/officeDocument/2006/relationships/image" Target="../media/image212.png"/><Relationship Id="rId196" Type="http://schemas.openxmlformats.org/officeDocument/2006/relationships/customXml" Target="../ink/ink184.xml"/><Relationship Id="rId200" Type="http://schemas.openxmlformats.org/officeDocument/2006/relationships/customXml" Target="../ink/ink186.xml"/><Relationship Id="rId16" Type="http://schemas.openxmlformats.org/officeDocument/2006/relationships/customXml" Target="../ink/ink94.xml"/><Relationship Id="rId221" Type="http://schemas.openxmlformats.org/officeDocument/2006/relationships/image" Target="../media/image235.png"/><Relationship Id="rId242" Type="http://schemas.openxmlformats.org/officeDocument/2006/relationships/customXml" Target="../ink/ink207.xml"/><Relationship Id="rId263" Type="http://schemas.openxmlformats.org/officeDocument/2006/relationships/image" Target="../media/image256.png"/><Relationship Id="rId284" Type="http://schemas.openxmlformats.org/officeDocument/2006/relationships/customXml" Target="../ink/ink228.xml"/><Relationship Id="rId37" Type="http://schemas.openxmlformats.org/officeDocument/2006/relationships/image" Target="../media/image143.png"/><Relationship Id="rId58" Type="http://schemas.openxmlformats.org/officeDocument/2006/relationships/customXml" Target="../ink/ink115.xml"/><Relationship Id="rId79" Type="http://schemas.openxmlformats.org/officeDocument/2006/relationships/image" Target="../media/image164.png"/><Relationship Id="rId102" Type="http://schemas.openxmlformats.org/officeDocument/2006/relationships/customXml" Target="../ink/ink137.xml"/><Relationship Id="rId123" Type="http://schemas.openxmlformats.org/officeDocument/2006/relationships/image" Target="../media/image186.png"/><Relationship Id="rId144" Type="http://schemas.openxmlformats.org/officeDocument/2006/relationships/customXml" Target="../ink/ink158.xml"/><Relationship Id="rId90" Type="http://schemas.openxmlformats.org/officeDocument/2006/relationships/customXml" Target="../ink/ink131.xml"/><Relationship Id="rId165" Type="http://schemas.openxmlformats.org/officeDocument/2006/relationships/image" Target="../media/image207.png"/><Relationship Id="rId186" Type="http://schemas.openxmlformats.org/officeDocument/2006/relationships/customXml" Target="../ink/ink179.xml"/><Relationship Id="rId211" Type="http://schemas.openxmlformats.org/officeDocument/2006/relationships/image" Target="../media/image230.png"/><Relationship Id="rId232" Type="http://schemas.openxmlformats.org/officeDocument/2006/relationships/customXml" Target="../ink/ink202.xml"/><Relationship Id="rId253" Type="http://schemas.openxmlformats.org/officeDocument/2006/relationships/image" Target="../media/image251.png"/><Relationship Id="rId274" Type="http://schemas.openxmlformats.org/officeDocument/2006/relationships/customXml" Target="../ink/ink223.xml"/><Relationship Id="rId295" Type="http://schemas.openxmlformats.org/officeDocument/2006/relationships/image" Target="../media/image272.png"/><Relationship Id="rId27" Type="http://schemas.openxmlformats.org/officeDocument/2006/relationships/image" Target="../media/image138.png"/><Relationship Id="rId48" Type="http://schemas.openxmlformats.org/officeDocument/2006/relationships/customXml" Target="../ink/ink110.xml"/><Relationship Id="rId69" Type="http://schemas.openxmlformats.org/officeDocument/2006/relationships/image" Target="../media/image159.png"/><Relationship Id="rId113" Type="http://schemas.openxmlformats.org/officeDocument/2006/relationships/image" Target="../media/image181.png"/><Relationship Id="rId134" Type="http://schemas.openxmlformats.org/officeDocument/2006/relationships/customXml" Target="../ink/ink153.xml"/><Relationship Id="rId80" Type="http://schemas.openxmlformats.org/officeDocument/2006/relationships/customXml" Target="../ink/ink126.xml"/><Relationship Id="rId155" Type="http://schemas.openxmlformats.org/officeDocument/2006/relationships/image" Target="../media/image202.png"/><Relationship Id="rId176" Type="http://schemas.openxmlformats.org/officeDocument/2006/relationships/customXml" Target="../ink/ink174.xml"/><Relationship Id="rId197" Type="http://schemas.openxmlformats.org/officeDocument/2006/relationships/image" Target="../media/image223.png"/><Relationship Id="rId201" Type="http://schemas.openxmlformats.org/officeDocument/2006/relationships/image" Target="../media/image225.png"/><Relationship Id="rId222" Type="http://schemas.openxmlformats.org/officeDocument/2006/relationships/customXml" Target="../ink/ink197.xml"/><Relationship Id="rId243" Type="http://schemas.openxmlformats.org/officeDocument/2006/relationships/image" Target="../media/image246.png"/><Relationship Id="rId264" Type="http://schemas.openxmlformats.org/officeDocument/2006/relationships/customXml" Target="../ink/ink218.xml"/><Relationship Id="rId285" Type="http://schemas.openxmlformats.org/officeDocument/2006/relationships/image" Target="../media/image267.png"/><Relationship Id="rId17" Type="http://schemas.openxmlformats.org/officeDocument/2006/relationships/image" Target="../media/image133.png"/><Relationship Id="rId38" Type="http://schemas.openxmlformats.org/officeDocument/2006/relationships/customXml" Target="../ink/ink105.xml"/><Relationship Id="rId59" Type="http://schemas.openxmlformats.org/officeDocument/2006/relationships/image" Target="../media/image154.png"/><Relationship Id="rId103" Type="http://schemas.openxmlformats.org/officeDocument/2006/relationships/image" Target="../media/image176.png"/><Relationship Id="rId124" Type="http://schemas.openxmlformats.org/officeDocument/2006/relationships/customXml" Target="../ink/ink148.xml"/><Relationship Id="rId70" Type="http://schemas.openxmlformats.org/officeDocument/2006/relationships/customXml" Target="../ink/ink121.xml"/><Relationship Id="rId91" Type="http://schemas.openxmlformats.org/officeDocument/2006/relationships/image" Target="../media/image170.png"/><Relationship Id="rId145" Type="http://schemas.openxmlformats.org/officeDocument/2006/relationships/image" Target="../media/image197.png"/><Relationship Id="rId166" Type="http://schemas.openxmlformats.org/officeDocument/2006/relationships/customXml" Target="../ink/ink169.xml"/><Relationship Id="rId187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2.xml"/><Relationship Id="rId233" Type="http://schemas.openxmlformats.org/officeDocument/2006/relationships/image" Target="../media/image241.png"/><Relationship Id="rId254" Type="http://schemas.openxmlformats.org/officeDocument/2006/relationships/customXml" Target="../ink/ink213.xml"/><Relationship Id="rId28" Type="http://schemas.openxmlformats.org/officeDocument/2006/relationships/customXml" Target="../ink/ink100.xml"/><Relationship Id="rId49" Type="http://schemas.openxmlformats.org/officeDocument/2006/relationships/image" Target="../media/image149.png"/><Relationship Id="rId114" Type="http://schemas.openxmlformats.org/officeDocument/2006/relationships/customXml" Target="../ink/ink143.xml"/><Relationship Id="rId275" Type="http://schemas.openxmlformats.org/officeDocument/2006/relationships/image" Target="../media/image262.png"/><Relationship Id="rId296" Type="http://schemas.openxmlformats.org/officeDocument/2006/relationships/customXml" Target="../ink/ink234.xml"/><Relationship Id="rId300" Type="http://schemas.openxmlformats.org/officeDocument/2006/relationships/customXml" Target="../ink/ink236.xml"/><Relationship Id="rId60" Type="http://schemas.openxmlformats.org/officeDocument/2006/relationships/customXml" Target="../ink/ink116.xml"/><Relationship Id="rId81" Type="http://schemas.openxmlformats.org/officeDocument/2006/relationships/image" Target="../media/image165.png"/><Relationship Id="rId135" Type="http://schemas.openxmlformats.org/officeDocument/2006/relationships/image" Target="../media/image192.png"/><Relationship Id="rId156" Type="http://schemas.openxmlformats.org/officeDocument/2006/relationships/customXml" Target="../ink/ink164.xml"/><Relationship Id="rId177" Type="http://schemas.openxmlformats.org/officeDocument/2006/relationships/image" Target="../media/image213.png"/><Relationship Id="rId198" Type="http://schemas.openxmlformats.org/officeDocument/2006/relationships/customXml" Target="../ink/ink185.xml"/><Relationship Id="rId202" Type="http://schemas.openxmlformats.org/officeDocument/2006/relationships/customXml" Target="../ink/ink187.xml"/><Relationship Id="rId223" Type="http://schemas.openxmlformats.org/officeDocument/2006/relationships/image" Target="../media/image236.png"/><Relationship Id="rId244" Type="http://schemas.openxmlformats.org/officeDocument/2006/relationships/customXml" Target="../ink/ink208.xml"/><Relationship Id="rId18" Type="http://schemas.openxmlformats.org/officeDocument/2006/relationships/customXml" Target="../ink/ink95.xml"/><Relationship Id="rId39" Type="http://schemas.openxmlformats.org/officeDocument/2006/relationships/image" Target="../media/image144.png"/><Relationship Id="rId265" Type="http://schemas.openxmlformats.org/officeDocument/2006/relationships/image" Target="../media/image257.png"/><Relationship Id="rId286" Type="http://schemas.openxmlformats.org/officeDocument/2006/relationships/customXml" Target="../ink/ink229.xml"/><Relationship Id="rId50" Type="http://schemas.openxmlformats.org/officeDocument/2006/relationships/customXml" Target="../ink/ink111.xml"/><Relationship Id="rId104" Type="http://schemas.openxmlformats.org/officeDocument/2006/relationships/customXml" Target="../ink/ink138.xml"/><Relationship Id="rId125" Type="http://schemas.openxmlformats.org/officeDocument/2006/relationships/image" Target="../media/image187.png"/><Relationship Id="rId146" Type="http://schemas.openxmlformats.org/officeDocument/2006/relationships/customXml" Target="../ink/ink159.xml"/><Relationship Id="rId167" Type="http://schemas.openxmlformats.org/officeDocument/2006/relationships/image" Target="../media/image208.png"/><Relationship Id="rId188" Type="http://schemas.openxmlformats.org/officeDocument/2006/relationships/customXml" Target="../ink/ink180.xml"/><Relationship Id="rId71" Type="http://schemas.openxmlformats.org/officeDocument/2006/relationships/image" Target="../media/image160.png"/><Relationship Id="rId92" Type="http://schemas.openxmlformats.org/officeDocument/2006/relationships/customXml" Target="../ink/ink132.xml"/><Relationship Id="rId213" Type="http://schemas.openxmlformats.org/officeDocument/2006/relationships/image" Target="../media/image231.png"/><Relationship Id="rId234" Type="http://schemas.openxmlformats.org/officeDocument/2006/relationships/customXml" Target="../ink/ink203.xml"/><Relationship Id="rId2" Type="http://schemas.openxmlformats.org/officeDocument/2006/relationships/image" Target="../media/image30.png"/><Relationship Id="rId29" Type="http://schemas.openxmlformats.org/officeDocument/2006/relationships/image" Target="../media/image139.png"/><Relationship Id="rId255" Type="http://schemas.openxmlformats.org/officeDocument/2006/relationships/image" Target="../media/image252.png"/><Relationship Id="rId276" Type="http://schemas.openxmlformats.org/officeDocument/2006/relationships/customXml" Target="../ink/ink224.xml"/><Relationship Id="rId297" Type="http://schemas.openxmlformats.org/officeDocument/2006/relationships/image" Target="../media/image273.png"/><Relationship Id="rId40" Type="http://schemas.openxmlformats.org/officeDocument/2006/relationships/customXml" Target="../ink/ink106.xml"/><Relationship Id="rId115" Type="http://schemas.openxmlformats.org/officeDocument/2006/relationships/image" Target="../media/image182.png"/><Relationship Id="rId136" Type="http://schemas.openxmlformats.org/officeDocument/2006/relationships/customXml" Target="../ink/ink154.xml"/><Relationship Id="rId157" Type="http://schemas.openxmlformats.org/officeDocument/2006/relationships/image" Target="../media/image203.png"/><Relationship Id="rId178" Type="http://schemas.openxmlformats.org/officeDocument/2006/relationships/customXml" Target="../ink/ink175.xml"/><Relationship Id="rId301" Type="http://schemas.openxmlformats.org/officeDocument/2006/relationships/image" Target="../media/image275.png"/><Relationship Id="rId61" Type="http://schemas.openxmlformats.org/officeDocument/2006/relationships/image" Target="../media/image155.png"/><Relationship Id="rId82" Type="http://schemas.openxmlformats.org/officeDocument/2006/relationships/customXml" Target="../ink/ink127.xml"/><Relationship Id="rId199" Type="http://schemas.openxmlformats.org/officeDocument/2006/relationships/image" Target="../media/image224.png"/><Relationship Id="rId203" Type="http://schemas.openxmlformats.org/officeDocument/2006/relationships/image" Target="../media/image226.png"/><Relationship Id="rId19" Type="http://schemas.openxmlformats.org/officeDocument/2006/relationships/image" Target="../media/image134.png"/><Relationship Id="rId224" Type="http://schemas.openxmlformats.org/officeDocument/2006/relationships/customXml" Target="../ink/ink198.xml"/><Relationship Id="rId245" Type="http://schemas.openxmlformats.org/officeDocument/2006/relationships/image" Target="../media/image247.png"/><Relationship Id="rId266" Type="http://schemas.openxmlformats.org/officeDocument/2006/relationships/customXml" Target="../ink/ink219.xml"/><Relationship Id="rId287" Type="http://schemas.openxmlformats.org/officeDocument/2006/relationships/image" Target="../media/image268.png"/><Relationship Id="rId30" Type="http://schemas.openxmlformats.org/officeDocument/2006/relationships/customXml" Target="../ink/ink101.xml"/><Relationship Id="rId105" Type="http://schemas.openxmlformats.org/officeDocument/2006/relationships/image" Target="../media/image177.png"/><Relationship Id="rId126" Type="http://schemas.openxmlformats.org/officeDocument/2006/relationships/customXml" Target="../ink/ink149.xml"/><Relationship Id="rId147" Type="http://schemas.openxmlformats.org/officeDocument/2006/relationships/image" Target="../media/image198.png"/><Relationship Id="rId168" Type="http://schemas.openxmlformats.org/officeDocument/2006/relationships/customXml" Target="../ink/ink170.xml"/><Relationship Id="rId51" Type="http://schemas.openxmlformats.org/officeDocument/2006/relationships/image" Target="../media/image150.png"/><Relationship Id="rId72" Type="http://schemas.openxmlformats.org/officeDocument/2006/relationships/customXml" Target="../ink/ink122.xml"/><Relationship Id="rId93" Type="http://schemas.openxmlformats.org/officeDocument/2006/relationships/image" Target="../media/image171.png"/><Relationship Id="rId189" Type="http://schemas.openxmlformats.org/officeDocument/2006/relationships/image" Target="../media/image219.png"/><Relationship Id="rId3" Type="http://schemas.openxmlformats.org/officeDocument/2006/relationships/image" Target="../media/image33.png"/><Relationship Id="rId214" Type="http://schemas.openxmlformats.org/officeDocument/2006/relationships/customXml" Target="../ink/ink193.xml"/><Relationship Id="rId235" Type="http://schemas.openxmlformats.org/officeDocument/2006/relationships/image" Target="../media/image242.png"/><Relationship Id="rId256" Type="http://schemas.openxmlformats.org/officeDocument/2006/relationships/customXml" Target="../ink/ink214.xml"/><Relationship Id="rId277" Type="http://schemas.openxmlformats.org/officeDocument/2006/relationships/image" Target="../media/image263.png"/><Relationship Id="rId298" Type="http://schemas.openxmlformats.org/officeDocument/2006/relationships/customXml" Target="../ink/ink235.xml"/><Relationship Id="rId116" Type="http://schemas.openxmlformats.org/officeDocument/2006/relationships/customXml" Target="../ink/ink144.xml"/><Relationship Id="rId137" Type="http://schemas.openxmlformats.org/officeDocument/2006/relationships/image" Target="../media/image193.png"/><Relationship Id="rId158" Type="http://schemas.openxmlformats.org/officeDocument/2006/relationships/customXml" Target="../ink/ink165.xml"/><Relationship Id="rId302" Type="http://schemas.openxmlformats.org/officeDocument/2006/relationships/customXml" Target="../ink/ink237.xml"/><Relationship Id="rId20" Type="http://schemas.openxmlformats.org/officeDocument/2006/relationships/customXml" Target="../ink/ink96.xml"/><Relationship Id="rId41" Type="http://schemas.openxmlformats.org/officeDocument/2006/relationships/image" Target="../media/image145.png"/><Relationship Id="rId62" Type="http://schemas.openxmlformats.org/officeDocument/2006/relationships/customXml" Target="../ink/ink117.xml"/><Relationship Id="rId83" Type="http://schemas.openxmlformats.org/officeDocument/2006/relationships/image" Target="../media/image166.png"/><Relationship Id="rId179" Type="http://schemas.openxmlformats.org/officeDocument/2006/relationships/image" Target="../media/image214.png"/><Relationship Id="rId190" Type="http://schemas.openxmlformats.org/officeDocument/2006/relationships/customXml" Target="../ink/ink181.xml"/><Relationship Id="rId204" Type="http://schemas.openxmlformats.org/officeDocument/2006/relationships/customXml" Target="../ink/ink188.xml"/><Relationship Id="rId225" Type="http://schemas.openxmlformats.org/officeDocument/2006/relationships/image" Target="../media/image237.png"/><Relationship Id="rId246" Type="http://schemas.openxmlformats.org/officeDocument/2006/relationships/customXml" Target="../ink/ink209.xml"/><Relationship Id="rId267" Type="http://schemas.openxmlformats.org/officeDocument/2006/relationships/image" Target="../media/image258.png"/><Relationship Id="rId288" Type="http://schemas.openxmlformats.org/officeDocument/2006/relationships/customXml" Target="../ink/ink230.xml"/><Relationship Id="rId106" Type="http://schemas.openxmlformats.org/officeDocument/2006/relationships/customXml" Target="../ink/ink139.xml"/><Relationship Id="rId127" Type="http://schemas.openxmlformats.org/officeDocument/2006/relationships/image" Target="../media/image188.png"/><Relationship Id="rId10" Type="http://schemas.openxmlformats.org/officeDocument/2006/relationships/customXml" Target="../ink/ink91.xml"/><Relationship Id="rId31" Type="http://schemas.openxmlformats.org/officeDocument/2006/relationships/image" Target="../media/image140.png"/><Relationship Id="rId52" Type="http://schemas.openxmlformats.org/officeDocument/2006/relationships/customXml" Target="../ink/ink112.xml"/><Relationship Id="rId73" Type="http://schemas.openxmlformats.org/officeDocument/2006/relationships/image" Target="../media/image161.png"/><Relationship Id="rId94" Type="http://schemas.openxmlformats.org/officeDocument/2006/relationships/customXml" Target="../ink/ink133.xml"/><Relationship Id="rId148" Type="http://schemas.openxmlformats.org/officeDocument/2006/relationships/customXml" Target="../ink/ink160.xml"/><Relationship Id="rId169" Type="http://schemas.openxmlformats.org/officeDocument/2006/relationships/image" Target="../media/image209.png"/><Relationship Id="rId4" Type="http://schemas.openxmlformats.org/officeDocument/2006/relationships/image" Target="../media/image34.png"/><Relationship Id="rId180" Type="http://schemas.openxmlformats.org/officeDocument/2006/relationships/customXml" Target="../ink/ink176.xml"/><Relationship Id="rId215" Type="http://schemas.openxmlformats.org/officeDocument/2006/relationships/image" Target="../media/image232.png"/><Relationship Id="rId236" Type="http://schemas.openxmlformats.org/officeDocument/2006/relationships/customXml" Target="../ink/ink204.xml"/><Relationship Id="rId257" Type="http://schemas.openxmlformats.org/officeDocument/2006/relationships/image" Target="../media/image253.png"/><Relationship Id="rId278" Type="http://schemas.openxmlformats.org/officeDocument/2006/relationships/customXml" Target="../ink/ink225.xml"/><Relationship Id="rId303" Type="http://schemas.openxmlformats.org/officeDocument/2006/relationships/image" Target="../media/image276.png"/><Relationship Id="rId42" Type="http://schemas.openxmlformats.org/officeDocument/2006/relationships/customXml" Target="../ink/ink107.xml"/><Relationship Id="rId84" Type="http://schemas.openxmlformats.org/officeDocument/2006/relationships/customXml" Target="../ink/ink128.xml"/><Relationship Id="rId138" Type="http://schemas.openxmlformats.org/officeDocument/2006/relationships/customXml" Target="../ink/ink155.xml"/><Relationship Id="rId191" Type="http://schemas.openxmlformats.org/officeDocument/2006/relationships/image" Target="../media/image220.png"/><Relationship Id="rId205" Type="http://schemas.openxmlformats.org/officeDocument/2006/relationships/image" Target="../media/image227.png"/><Relationship Id="rId247" Type="http://schemas.openxmlformats.org/officeDocument/2006/relationships/image" Target="../media/image248.png"/><Relationship Id="rId107" Type="http://schemas.openxmlformats.org/officeDocument/2006/relationships/image" Target="../media/image178.png"/><Relationship Id="rId289" Type="http://schemas.openxmlformats.org/officeDocument/2006/relationships/image" Target="../media/image269.png"/><Relationship Id="rId11" Type="http://schemas.openxmlformats.org/officeDocument/2006/relationships/image" Target="../media/image130.png"/><Relationship Id="rId53" Type="http://schemas.openxmlformats.org/officeDocument/2006/relationships/image" Target="../media/image151.png"/><Relationship Id="rId149" Type="http://schemas.openxmlformats.org/officeDocument/2006/relationships/image" Target="../media/image199.png"/><Relationship Id="rId95" Type="http://schemas.openxmlformats.org/officeDocument/2006/relationships/image" Target="../media/image172.png"/><Relationship Id="rId160" Type="http://schemas.openxmlformats.org/officeDocument/2006/relationships/customXml" Target="../ink/ink166.xml"/><Relationship Id="rId216" Type="http://schemas.openxmlformats.org/officeDocument/2006/relationships/customXml" Target="../ink/ink194.xml"/><Relationship Id="rId258" Type="http://schemas.openxmlformats.org/officeDocument/2006/relationships/customXml" Target="../ink/ink215.xml"/><Relationship Id="rId22" Type="http://schemas.openxmlformats.org/officeDocument/2006/relationships/customXml" Target="../ink/ink97.xml"/><Relationship Id="rId64" Type="http://schemas.openxmlformats.org/officeDocument/2006/relationships/customXml" Target="../ink/ink118.xml"/><Relationship Id="rId118" Type="http://schemas.openxmlformats.org/officeDocument/2006/relationships/customXml" Target="../ink/ink145.xml"/><Relationship Id="rId171" Type="http://schemas.openxmlformats.org/officeDocument/2006/relationships/image" Target="../media/image210.png"/><Relationship Id="rId227" Type="http://schemas.openxmlformats.org/officeDocument/2006/relationships/image" Target="../media/image238.png"/><Relationship Id="rId269" Type="http://schemas.openxmlformats.org/officeDocument/2006/relationships/image" Target="../media/image259.png"/><Relationship Id="rId33" Type="http://schemas.openxmlformats.org/officeDocument/2006/relationships/image" Target="../media/image141.png"/><Relationship Id="rId129" Type="http://schemas.openxmlformats.org/officeDocument/2006/relationships/image" Target="../media/image189.png"/><Relationship Id="rId280" Type="http://schemas.openxmlformats.org/officeDocument/2006/relationships/customXml" Target="../ink/ink226.xml"/><Relationship Id="rId75" Type="http://schemas.openxmlformats.org/officeDocument/2006/relationships/image" Target="../media/image162.png"/><Relationship Id="rId140" Type="http://schemas.openxmlformats.org/officeDocument/2006/relationships/customXml" Target="../ink/ink156.xml"/><Relationship Id="rId182" Type="http://schemas.openxmlformats.org/officeDocument/2006/relationships/customXml" Target="../ink/ink177.xml"/><Relationship Id="rId6" Type="http://schemas.openxmlformats.org/officeDocument/2006/relationships/image" Target="../media/image36.png"/><Relationship Id="rId238" Type="http://schemas.openxmlformats.org/officeDocument/2006/relationships/customXml" Target="../ink/ink2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E6A9CF47-7AC8-4B65-A925-03948739DBEA}"/>
              </a:ext>
            </a:extLst>
          </p:cNvPr>
          <p:cNvSpPr/>
          <p:nvPr/>
        </p:nvSpPr>
        <p:spPr>
          <a:xfrm>
            <a:off x="-20247429" y="-1273628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B8A833E-2386-42E6-8196-6947429FE94D}"/>
              </a:ext>
            </a:extLst>
          </p:cNvPr>
          <p:cNvSpPr/>
          <p:nvPr/>
        </p:nvSpPr>
        <p:spPr>
          <a:xfrm>
            <a:off x="14717485" y="2026919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A2E18E8-B8EF-409B-9538-7FECBEDBF1C0}"/>
              </a:ext>
            </a:extLst>
          </p:cNvPr>
          <p:cNvSpPr txBox="1"/>
          <p:nvPr/>
        </p:nvSpPr>
        <p:spPr>
          <a:xfrm>
            <a:off x="532240" y="468543"/>
            <a:ext cx="909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Eras Bold ITC" panose="020B0907030504020204" pitchFamily="34" charset="0"/>
              </a:rPr>
              <a:t>NOTES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2F183D85-B85D-478E-86A7-6B6CCA9AE1A2}"/>
              </a:ext>
            </a:extLst>
          </p:cNvPr>
          <p:cNvSpPr/>
          <p:nvPr/>
        </p:nvSpPr>
        <p:spPr>
          <a:xfrm>
            <a:off x="532240" y="352429"/>
            <a:ext cx="6033907" cy="9233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nagit_PPT3834">
            <a:extLst>
              <a:ext uri="{FF2B5EF4-FFF2-40B4-BE49-F238E27FC236}">
                <a16:creationId xmlns:a16="http://schemas.microsoft.com/office/drawing/2014/main" id="{CAEE4946-C4FE-43D9-87A0-6AAC6ADA4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5199" y="-9138228"/>
            <a:ext cx="5715000" cy="3267233"/>
          </a:xfrm>
          <a:prstGeom prst="rect">
            <a:avLst/>
          </a:prstGeom>
        </p:spPr>
      </p:pic>
      <p:pic>
        <p:nvPicPr>
          <p:cNvPr id="7" name="Snagit_PPTB9F3">
            <a:extLst>
              <a:ext uri="{FF2B5EF4-FFF2-40B4-BE49-F238E27FC236}">
                <a16:creationId xmlns:a16="http://schemas.microsoft.com/office/drawing/2014/main" id="{08EBD842-DA04-4740-9035-3C4D0D5986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5898" y="-5765763"/>
            <a:ext cx="6638095" cy="1780952"/>
          </a:xfrm>
          <a:prstGeom prst="rect">
            <a:avLst/>
          </a:prstGeom>
        </p:spPr>
      </p:pic>
      <p:pic>
        <p:nvPicPr>
          <p:cNvPr id="8" name="Picture 2" descr="http://www.clker.com/cliparts/e/3/0/f/11949896971812381266light_bulb_karl_bartel_01.svg.hi.png">
            <a:extLst>
              <a:ext uri="{FF2B5EF4-FFF2-40B4-BE49-F238E27FC236}">
                <a16:creationId xmlns:a16="http://schemas.microsoft.com/office/drawing/2014/main" id="{DF40864A-937B-427E-8856-E56916525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5087" y="-9109452"/>
            <a:ext cx="1009650" cy="1013050"/>
          </a:xfrm>
          <a:prstGeom prst="rect">
            <a:avLst/>
          </a:prstGeom>
          <a:noFill/>
          <a:effectLst>
            <a:outerShdw blurRad="50800" dist="139700" dir="696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www.clker.com/cliparts/e/3/0/f/11949896971812381266light_bulb_karl_bartel_01.svg.hi.png">
            <a:extLst>
              <a:ext uri="{FF2B5EF4-FFF2-40B4-BE49-F238E27FC236}">
                <a16:creationId xmlns:a16="http://schemas.microsoft.com/office/drawing/2014/main" id="{7C01CA93-2855-4D40-8947-FC940A476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5807" y="-6310678"/>
            <a:ext cx="1009650" cy="1013050"/>
          </a:xfrm>
          <a:prstGeom prst="rect">
            <a:avLst/>
          </a:prstGeom>
          <a:noFill/>
          <a:effectLst>
            <a:outerShdw blurRad="50800" dist="139700" dir="696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Snagit_PPT3834">
            <a:extLst>
              <a:ext uri="{FF2B5EF4-FFF2-40B4-BE49-F238E27FC236}">
                <a16:creationId xmlns:a16="http://schemas.microsoft.com/office/drawing/2014/main" id="{1CA027FB-2518-4A7A-BF55-45B6DA8AD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518" y="-12006176"/>
            <a:ext cx="4798368" cy="2743200"/>
          </a:xfrm>
          <a:prstGeom prst="rect">
            <a:avLst/>
          </a:prstGeom>
        </p:spPr>
      </p:pic>
      <p:pic>
        <p:nvPicPr>
          <p:cNvPr id="11" name="Picture 2" descr="http://www.clker.com/cliparts/e/3/0/f/11949896971812381266light_bulb_karl_bartel_01.svg.hi.png">
            <a:extLst>
              <a:ext uri="{FF2B5EF4-FFF2-40B4-BE49-F238E27FC236}">
                <a16:creationId xmlns:a16="http://schemas.microsoft.com/office/drawing/2014/main" id="{50B617D4-7D7C-4A09-A8FC-177A6BD72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9881" y="-12061031"/>
            <a:ext cx="1009650" cy="1013050"/>
          </a:xfrm>
          <a:prstGeom prst="rect">
            <a:avLst/>
          </a:prstGeom>
          <a:noFill/>
          <a:effectLst>
            <a:outerShdw blurRad="50800" dist="139700" dir="696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Snagit_PPT3834">
            <a:extLst>
              <a:ext uri="{FF2B5EF4-FFF2-40B4-BE49-F238E27FC236}">
                <a16:creationId xmlns:a16="http://schemas.microsoft.com/office/drawing/2014/main" id="{72B48F47-05DC-4CDA-BF9F-1D8338C0E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5199" y="-9138228"/>
            <a:ext cx="5715000" cy="3267233"/>
          </a:xfrm>
          <a:prstGeom prst="rect">
            <a:avLst/>
          </a:prstGeom>
        </p:spPr>
      </p:pic>
      <p:pic>
        <p:nvPicPr>
          <p:cNvPr id="13" name="Snagit_PPTB9F3">
            <a:extLst>
              <a:ext uri="{FF2B5EF4-FFF2-40B4-BE49-F238E27FC236}">
                <a16:creationId xmlns:a16="http://schemas.microsoft.com/office/drawing/2014/main" id="{2A3E6970-B348-407B-AD4D-FA3827D0D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5898" y="-5765763"/>
            <a:ext cx="6638095" cy="1780952"/>
          </a:xfrm>
          <a:prstGeom prst="rect">
            <a:avLst/>
          </a:prstGeom>
        </p:spPr>
      </p:pic>
      <p:pic>
        <p:nvPicPr>
          <p:cNvPr id="14" name="Picture 2" descr="http://www.clker.com/cliparts/e/3/0/f/11949896971812381266light_bulb_karl_bartel_01.svg.hi.png">
            <a:extLst>
              <a:ext uri="{FF2B5EF4-FFF2-40B4-BE49-F238E27FC236}">
                <a16:creationId xmlns:a16="http://schemas.microsoft.com/office/drawing/2014/main" id="{54B6CAF2-2B89-4AC3-95C0-2444F61AF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5087" y="-9109452"/>
            <a:ext cx="1009650" cy="1013050"/>
          </a:xfrm>
          <a:prstGeom prst="rect">
            <a:avLst/>
          </a:prstGeom>
          <a:noFill/>
          <a:effectLst>
            <a:outerShdw blurRad="50800" dist="139700" dir="696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ttp://www.clker.com/cliparts/e/3/0/f/11949896971812381266light_bulb_karl_bartel_01.svg.hi.png">
            <a:extLst>
              <a:ext uri="{FF2B5EF4-FFF2-40B4-BE49-F238E27FC236}">
                <a16:creationId xmlns:a16="http://schemas.microsoft.com/office/drawing/2014/main" id="{C13295BF-1FD4-4F3B-823D-17E51AE2C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5807" y="-6310678"/>
            <a:ext cx="1009650" cy="1013050"/>
          </a:xfrm>
          <a:prstGeom prst="rect">
            <a:avLst/>
          </a:prstGeom>
          <a:noFill/>
          <a:effectLst>
            <a:outerShdw blurRad="50800" dist="139700" dir="696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://www.clker.com/cliparts/e/3/0/f/11949896971812381266light_bulb_karl_bartel_01.svg.hi.png">
            <a:extLst>
              <a:ext uri="{FF2B5EF4-FFF2-40B4-BE49-F238E27FC236}">
                <a16:creationId xmlns:a16="http://schemas.microsoft.com/office/drawing/2014/main" id="{6494CE6C-62DF-491A-9F67-33825606F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2169" y="-3621555"/>
            <a:ext cx="1009650" cy="1013050"/>
          </a:xfrm>
          <a:prstGeom prst="rect">
            <a:avLst/>
          </a:prstGeom>
          <a:noFill/>
          <a:effectLst>
            <a:outerShdw blurRad="50800" dist="139700" dir="696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Snagit_PPT6877">
            <a:extLst>
              <a:ext uri="{FF2B5EF4-FFF2-40B4-BE49-F238E27FC236}">
                <a16:creationId xmlns:a16="http://schemas.microsoft.com/office/drawing/2014/main" id="{32E4F9CA-15A2-4839-936B-75B9BFE70E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1986" y="-15155365"/>
            <a:ext cx="7466650" cy="5518150"/>
          </a:xfrm>
          <a:prstGeom prst="rect">
            <a:avLst/>
          </a:prstGeom>
        </p:spPr>
      </p:pic>
      <p:pic>
        <p:nvPicPr>
          <p:cNvPr id="18" name="Picture 2" descr="http://www.clker.com/cliparts/e/3/0/f/11949896971812381266light_bulb_karl_bartel_01.svg.hi.png">
            <a:extLst>
              <a:ext uri="{FF2B5EF4-FFF2-40B4-BE49-F238E27FC236}">
                <a16:creationId xmlns:a16="http://schemas.microsoft.com/office/drawing/2014/main" id="{7B8C3B36-47A5-4222-A93E-F2B1FEC01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8798" y="-15306858"/>
            <a:ext cx="1100405" cy="1178025"/>
          </a:xfrm>
          <a:prstGeom prst="rect">
            <a:avLst/>
          </a:prstGeom>
          <a:noFill/>
          <a:effectLst>
            <a:outerShdw blurRad="50800" dist="139700" dir="8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Snagit_PPT4117">
            <a:extLst>
              <a:ext uri="{FF2B5EF4-FFF2-40B4-BE49-F238E27FC236}">
                <a16:creationId xmlns:a16="http://schemas.microsoft.com/office/drawing/2014/main" id="{B348EECC-F000-47B5-AD41-8EFDCB95A2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508" y="-8560302"/>
            <a:ext cx="7556500" cy="4164090"/>
          </a:xfrm>
          <a:prstGeom prst="rect">
            <a:avLst/>
          </a:prstGeom>
        </p:spPr>
      </p:pic>
      <p:pic>
        <p:nvPicPr>
          <p:cNvPr id="20" name="Picture 2" descr="http://www.clker.com/cliparts/e/3/0/f/11949896971812381266light_bulb_karl_bartel_01.svg.hi.png">
            <a:extLst>
              <a:ext uri="{FF2B5EF4-FFF2-40B4-BE49-F238E27FC236}">
                <a16:creationId xmlns:a16="http://schemas.microsoft.com/office/drawing/2014/main" id="{D648F9CD-CCED-43BB-BC1D-CE8C85578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3298" y="-8639358"/>
            <a:ext cx="1100405" cy="1178025"/>
          </a:xfrm>
          <a:prstGeom prst="rect">
            <a:avLst/>
          </a:prstGeom>
          <a:noFill/>
          <a:effectLst>
            <a:outerShdw blurRad="50800" dist="139700" dir="8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1E1EA89-81B4-4D6E-8197-75B513CACC58}"/>
              </a:ext>
            </a:extLst>
          </p:cNvPr>
          <p:cNvSpPr txBox="1"/>
          <p:nvPr/>
        </p:nvSpPr>
        <p:spPr>
          <a:xfrm>
            <a:off x="20423396" y="-1186484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EraserDust" panose="020C0804040000000001" pitchFamily="34" charset="0"/>
              </a:rPr>
              <a:t>heading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AEFCD9-503A-4099-BEE5-2DFF05C159F0}"/>
              </a:ext>
            </a:extLst>
          </p:cNvPr>
          <p:cNvSpPr txBox="1"/>
          <p:nvPr/>
        </p:nvSpPr>
        <p:spPr>
          <a:xfrm>
            <a:off x="19819555" y="-8800402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EraserDust" panose="020C0804040000000001" pitchFamily="34" charset="0"/>
              </a:rPr>
              <a:t>heading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0A81C7-577E-48DB-8F78-E9B1D7F5A400}"/>
              </a:ext>
            </a:extLst>
          </p:cNvPr>
          <p:cNvSpPr txBox="1"/>
          <p:nvPr/>
        </p:nvSpPr>
        <p:spPr>
          <a:xfrm>
            <a:off x="19974879" y="-5644616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EraserDust" panose="020C0804040000000001" pitchFamily="34" charset="0"/>
              </a:rPr>
              <a:t>heading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5800D7-572F-40E9-A782-F74288110139}"/>
              </a:ext>
            </a:extLst>
          </p:cNvPr>
          <p:cNvSpPr txBox="1"/>
          <p:nvPr/>
        </p:nvSpPr>
        <p:spPr>
          <a:xfrm>
            <a:off x="20421819" y="-336777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EraserDust" panose="020C0804040000000001" pitchFamily="34" charset="0"/>
              </a:rPr>
              <a:t>heading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819B06-288A-4A5F-9E00-8A4A2F8B6663}"/>
              </a:ext>
            </a:extLst>
          </p:cNvPr>
          <p:cNvSpPr txBox="1"/>
          <p:nvPr/>
        </p:nvSpPr>
        <p:spPr>
          <a:xfrm>
            <a:off x="25591686" y="-14768313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EraserDust" panose="020C0804040000000001" pitchFamily="34" charset="0"/>
              </a:rPr>
              <a:t>heading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5E318F-9418-46AC-B4DB-B28A118F5911}"/>
              </a:ext>
            </a:extLst>
          </p:cNvPr>
          <p:cNvSpPr txBox="1"/>
          <p:nvPr/>
        </p:nvSpPr>
        <p:spPr>
          <a:xfrm>
            <a:off x="27543544" y="-8242347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EraserDust" panose="020C0804040000000001" pitchFamily="34" charset="0"/>
              </a:rPr>
              <a:t>heading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C0A6E5-D850-49CF-9554-FC8EA294D991}"/>
              </a:ext>
            </a:extLst>
          </p:cNvPr>
          <p:cNvSpPr txBox="1"/>
          <p:nvPr/>
        </p:nvSpPr>
        <p:spPr>
          <a:xfrm>
            <a:off x="2527632" y="475540"/>
            <a:ext cx="24176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Eras Bold ITC" panose="020B0907030504020204" pitchFamily="34" charset="0"/>
              </a:rPr>
              <a:t>Factoring Review 1 –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D9BD03-885F-4854-821E-95C28AD69C25}"/>
              </a:ext>
            </a:extLst>
          </p:cNvPr>
          <p:cNvSpPr txBox="1"/>
          <p:nvPr/>
        </p:nvSpPr>
        <p:spPr>
          <a:xfrm>
            <a:off x="532240" y="747671"/>
            <a:ext cx="978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Eras Bold ITC" panose="020B0907030504020204" pitchFamily="34" charset="0"/>
              </a:rPr>
              <a:t>Greatest Common Factor (GCF) &amp; Differences of Squares </a:t>
            </a:r>
          </a:p>
          <a:p>
            <a:endParaRPr lang="en-US" sz="1600" dirty="0"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05DBB9A-E1C6-4F72-9926-7387C93A012B}"/>
                  </a:ext>
                </a:extLst>
              </p:cNvPr>
              <p:cNvSpPr txBox="1"/>
              <p:nvPr/>
            </p:nvSpPr>
            <p:spPr>
              <a:xfrm>
                <a:off x="1339375" y="4829290"/>
                <a:ext cx="51584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+36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05DBB9A-E1C6-4F72-9926-7387C93A0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375" y="4829290"/>
                <a:ext cx="515847" cy="169277"/>
              </a:xfrm>
              <a:prstGeom prst="rect">
                <a:avLst/>
              </a:prstGeom>
              <a:blipFill>
                <a:blip r:embed="rId8"/>
                <a:stretch>
                  <a:fillRect l="-5952" r="-7143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7B8B6FA-E152-40EF-8A72-2036D71C0EF1}"/>
                  </a:ext>
                </a:extLst>
              </p:cNvPr>
              <p:cNvSpPr txBox="1"/>
              <p:nvPr/>
            </p:nvSpPr>
            <p:spPr>
              <a:xfrm>
                <a:off x="3983575" y="4872623"/>
                <a:ext cx="98969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+15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+20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7B8B6FA-E152-40EF-8A72-2036D71C0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575" y="4872623"/>
                <a:ext cx="989695" cy="169277"/>
              </a:xfrm>
              <a:prstGeom prst="rect">
                <a:avLst/>
              </a:prstGeom>
              <a:blipFill>
                <a:blip r:embed="rId9"/>
                <a:stretch>
                  <a:fillRect l="-3067" r="-2454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3CE4C0-5B20-4A68-BD52-92B8F63F62F3}"/>
                  </a:ext>
                </a:extLst>
              </p:cNvPr>
              <p:cNvSpPr txBox="1"/>
              <p:nvPr/>
            </p:nvSpPr>
            <p:spPr>
              <a:xfrm>
                <a:off x="1323257" y="7406424"/>
                <a:ext cx="81471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9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+63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3CE4C0-5B20-4A68-BD52-92B8F63F6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257" y="7406424"/>
                <a:ext cx="814710" cy="169277"/>
              </a:xfrm>
              <a:prstGeom prst="rect">
                <a:avLst/>
              </a:prstGeom>
              <a:blipFill>
                <a:blip r:embed="rId10"/>
                <a:stretch>
                  <a:fillRect l="-3731" r="-298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F16C2DF5-62D4-463B-B245-337EBBDEEF48}"/>
              </a:ext>
            </a:extLst>
          </p:cNvPr>
          <p:cNvSpPr txBox="1"/>
          <p:nvPr/>
        </p:nvSpPr>
        <p:spPr>
          <a:xfrm>
            <a:off x="870823" y="1595012"/>
            <a:ext cx="4058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Look for a GCF (Greatest Common Factor)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108E666-587D-4632-8AE3-C50DE9243887}"/>
              </a:ext>
            </a:extLst>
          </p:cNvPr>
          <p:cNvGrpSpPr/>
          <p:nvPr/>
        </p:nvGrpSpPr>
        <p:grpSpPr>
          <a:xfrm>
            <a:off x="4362591" y="3513614"/>
            <a:ext cx="851323" cy="657251"/>
            <a:chOff x="2475709" y="1280248"/>
            <a:chExt cx="851323" cy="657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883FD00-FBF3-4AA9-9FB9-1BDC058273C6}"/>
                    </a:ext>
                  </a:extLst>
                </p:cNvPr>
                <p:cNvSpPr txBox="1"/>
                <p:nvPr/>
              </p:nvSpPr>
              <p:spPr>
                <a:xfrm>
                  <a:off x="2483384" y="1280248"/>
                  <a:ext cx="732701" cy="1712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+12</m:t>
                        </m:r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339" name="TextBox 3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3384" y="1280248"/>
                  <a:ext cx="732701" cy="171201"/>
                </a:xfrm>
                <a:prstGeom prst="rect">
                  <a:avLst/>
                </a:prstGeom>
                <a:blipFill>
                  <a:blip r:embed="rId25"/>
                  <a:stretch>
                    <a:fillRect l="-4132" t="-7143" r="-2479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E063A53-3F97-46EA-8279-BDEBD7CB83E9}"/>
                    </a:ext>
                  </a:extLst>
                </p:cNvPr>
                <p:cNvSpPr txBox="1"/>
                <p:nvPr/>
              </p:nvSpPr>
              <p:spPr>
                <a:xfrm>
                  <a:off x="2475709" y="1768222"/>
                  <a:ext cx="851323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(1+4</m:t>
                        </m:r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E063A53-3F97-46EA-8279-BDEBD7CB83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5709" y="1768222"/>
                  <a:ext cx="851323" cy="169277"/>
                </a:xfrm>
                <a:prstGeom prst="rect">
                  <a:avLst/>
                </a:prstGeom>
                <a:blipFill>
                  <a:blip r:embed="rId26"/>
                  <a:stretch>
                    <a:fillRect l="-3597" r="-6475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032E19B-EC8E-44A6-9E79-94BFB6A2F7EC}"/>
                </a:ext>
              </a:extLst>
            </p:cNvPr>
            <p:cNvCxnSpPr/>
            <p:nvPr/>
          </p:nvCxnSpPr>
          <p:spPr>
            <a:xfrm>
              <a:off x="2895888" y="1482431"/>
              <a:ext cx="0" cy="1937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140DC81-2C56-4537-9381-FD3627F4941A}"/>
              </a:ext>
            </a:extLst>
          </p:cNvPr>
          <p:cNvGrpSpPr/>
          <p:nvPr/>
        </p:nvGrpSpPr>
        <p:grpSpPr>
          <a:xfrm>
            <a:off x="1654224" y="2924527"/>
            <a:ext cx="1446294" cy="615742"/>
            <a:chOff x="-634443" y="6113725"/>
            <a:chExt cx="1446294" cy="393862"/>
          </a:xfrm>
        </p:grpSpPr>
        <p:sp>
          <p:nvSpPr>
            <p:cNvPr id="68" name="Rounded Rectangle 345">
              <a:extLst>
                <a:ext uri="{FF2B5EF4-FFF2-40B4-BE49-F238E27FC236}">
                  <a16:creationId xmlns:a16="http://schemas.microsoft.com/office/drawing/2014/main" id="{C1E8FAED-73C7-43D0-83BE-603E69F631C7}"/>
                </a:ext>
              </a:extLst>
            </p:cNvPr>
            <p:cNvSpPr/>
            <p:nvPr/>
          </p:nvSpPr>
          <p:spPr>
            <a:xfrm>
              <a:off x="-634443" y="6113725"/>
              <a:ext cx="1441175" cy="3938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843E922-42F9-454D-884B-53A17C225A8B}"/>
                </a:ext>
              </a:extLst>
            </p:cNvPr>
            <p:cNvSpPr txBox="1"/>
            <p:nvPr/>
          </p:nvSpPr>
          <p:spPr>
            <a:xfrm>
              <a:off x="-629324" y="6136170"/>
              <a:ext cx="1441175" cy="354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/>
                <a:t>Pull out the single largest number/variable COMMON to all terms.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873A502C-ABD1-48B1-95C8-BF7871BBE090}"/>
              </a:ext>
            </a:extLst>
          </p:cNvPr>
          <p:cNvSpPr txBox="1"/>
          <p:nvPr/>
        </p:nvSpPr>
        <p:spPr>
          <a:xfrm>
            <a:off x="1323257" y="1977823"/>
            <a:ext cx="517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Print" panose="02000600000000000000" pitchFamily="2" charset="0"/>
              </a:rPr>
              <a:t>This should </a:t>
            </a:r>
            <a:r>
              <a:rPr lang="en-US" b="1" u="sng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Print" panose="02000600000000000000" pitchFamily="2" charset="0"/>
              </a:rPr>
              <a:t>ALWAYS</a:t>
            </a:r>
            <a:r>
              <a:rPr lang="en-US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Print" panose="02000600000000000000" pitchFamily="2" charset="0"/>
              </a:rPr>
              <a:t> be your first step!!!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44954C6-FB70-4F6A-B845-1B07EE9F71EE}"/>
              </a:ext>
            </a:extLst>
          </p:cNvPr>
          <p:cNvSpPr/>
          <p:nvPr/>
        </p:nvSpPr>
        <p:spPr>
          <a:xfrm>
            <a:off x="532240" y="1487742"/>
            <a:ext cx="6677860" cy="28487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B48CA0D-D6C6-4C9B-A996-24A74197AD76}"/>
              </a:ext>
            </a:extLst>
          </p:cNvPr>
          <p:cNvSpPr txBox="1"/>
          <p:nvPr/>
        </p:nvSpPr>
        <p:spPr>
          <a:xfrm>
            <a:off x="3581155" y="2982887"/>
            <a:ext cx="2181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3 is the largest COMMON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x</a:t>
            </a:r>
            <a:r>
              <a:rPr lang="en-US" sz="1000" i="1" baseline="30000" dirty="0"/>
              <a:t>3</a:t>
            </a:r>
            <a:r>
              <a:rPr lang="en-US" sz="1000" i="1" dirty="0"/>
              <a:t> is the largest COMMON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C35C5EB-2CDB-416A-9C70-34BB1989328D}"/>
                  </a:ext>
                </a:extLst>
              </p:cNvPr>
              <p:cNvSpPr txBox="1"/>
              <p:nvPr/>
            </p:nvSpPr>
            <p:spPr>
              <a:xfrm>
                <a:off x="3661290" y="2523584"/>
                <a:ext cx="215065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+   3∙4∙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C35C5EB-2CDB-416A-9C70-34BB19893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290" y="2523584"/>
                <a:ext cx="2150652" cy="169277"/>
              </a:xfrm>
              <a:prstGeom prst="rect">
                <a:avLst/>
              </a:prstGeom>
              <a:blipFill>
                <a:blip r:embed="rId27"/>
                <a:stretch>
                  <a:fillRect l="-1136" r="-284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BB72699-D15C-4884-B179-FEA222D163E1}"/>
                  </a:ext>
                </a:extLst>
              </p:cNvPr>
              <p:cNvSpPr txBox="1"/>
              <p:nvPr/>
            </p:nvSpPr>
            <p:spPr>
              <a:xfrm>
                <a:off x="2008460" y="2514905"/>
                <a:ext cx="732701" cy="171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+12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BB72699-D15C-4884-B179-FEA222D16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460" y="2514905"/>
                <a:ext cx="732701" cy="171201"/>
              </a:xfrm>
              <a:prstGeom prst="rect">
                <a:avLst/>
              </a:prstGeom>
              <a:blipFill>
                <a:blip r:embed="rId28"/>
                <a:stretch>
                  <a:fillRect l="-4132" t="-7143" r="-2479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31CAC2E5-31BF-4746-AC37-BA584AEE1A4A}"/>
              </a:ext>
            </a:extLst>
          </p:cNvPr>
          <p:cNvSpPr txBox="1"/>
          <p:nvPr/>
        </p:nvSpPr>
        <p:spPr>
          <a:xfrm>
            <a:off x="945391" y="4780290"/>
            <a:ext cx="2968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a)</a:t>
            </a:r>
            <a:endParaRPr lang="en-US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8D5F87-316D-4612-8B98-57D4C5F58A1F}"/>
              </a:ext>
            </a:extLst>
          </p:cNvPr>
          <p:cNvSpPr txBox="1"/>
          <p:nvPr/>
        </p:nvSpPr>
        <p:spPr>
          <a:xfrm>
            <a:off x="3589652" y="4812309"/>
            <a:ext cx="3032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b)</a:t>
            </a:r>
            <a:endParaRPr lang="en-US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6C699FB-25B3-476F-97BE-290CCA4CFA9C}"/>
              </a:ext>
            </a:extLst>
          </p:cNvPr>
          <p:cNvSpPr txBox="1"/>
          <p:nvPr/>
        </p:nvSpPr>
        <p:spPr>
          <a:xfrm>
            <a:off x="945391" y="7347558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c)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216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E6A9CF47-7AC8-4B65-A925-03948739DBEA}"/>
              </a:ext>
            </a:extLst>
          </p:cNvPr>
          <p:cNvSpPr/>
          <p:nvPr/>
        </p:nvSpPr>
        <p:spPr>
          <a:xfrm>
            <a:off x="-20247429" y="-1273628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B8A833E-2386-42E6-8196-6947429FE94D}"/>
              </a:ext>
            </a:extLst>
          </p:cNvPr>
          <p:cNvSpPr/>
          <p:nvPr/>
        </p:nvSpPr>
        <p:spPr>
          <a:xfrm>
            <a:off x="14717485" y="2026919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D4DEBB-29EE-4F42-9A3C-8D41AA56BA76}"/>
              </a:ext>
            </a:extLst>
          </p:cNvPr>
          <p:cNvGrpSpPr/>
          <p:nvPr/>
        </p:nvGrpSpPr>
        <p:grpSpPr>
          <a:xfrm>
            <a:off x="4740523" y="7037491"/>
            <a:ext cx="2733424" cy="1742369"/>
            <a:chOff x="4314570" y="1421951"/>
            <a:chExt cx="2733424" cy="1742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C127F7A-55BA-4F31-8F02-2CEC0B78C0A6}"/>
                    </a:ext>
                  </a:extLst>
                </p:cNvPr>
                <p:cNvSpPr txBox="1"/>
                <p:nvPr/>
              </p:nvSpPr>
              <p:spPr>
                <a:xfrm>
                  <a:off x="4534929" y="1643964"/>
                  <a:ext cx="551626" cy="1653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1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−32</m:t>
                        </m:r>
                      </m:oMath>
                    </m:oMathPara>
                  </a14:m>
                  <a:endParaRPr lang="en-US" sz="1100" baseline="30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C127F7A-55BA-4F31-8F02-2CEC0B78C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4929" y="1643964"/>
                  <a:ext cx="551626" cy="165366"/>
                </a:xfrm>
                <a:prstGeom prst="rect">
                  <a:avLst/>
                </a:prstGeom>
                <a:blipFill>
                  <a:blip r:embed="rId3"/>
                  <a:stretch>
                    <a:fillRect l="-6667" r="-7778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93CF917-2994-423C-A387-DBE8A53CAA7C}"/>
                    </a:ext>
                  </a:extLst>
                </p:cNvPr>
                <p:cNvSpPr txBox="1"/>
                <p:nvPr/>
              </p:nvSpPr>
              <p:spPr>
                <a:xfrm>
                  <a:off x="4464831" y="2084842"/>
                  <a:ext cx="68146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2(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1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−16)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93CF917-2994-423C-A387-DBE8A53CA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4831" y="2084842"/>
                  <a:ext cx="681469" cy="169277"/>
                </a:xfrm>
                <a:prstGeom prst="rect">
                  <a:avLst/>
                </a:prstGeom>
                <a:blipFill>
                  <a:blip r:embed="rId4"/>
                  <a:stretch>
                    <a:fillRect l="-4464" r="-7143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421074E-6C6B-4D0E-9BEB-5A6B804B3DC5}"/>
                </a:ext>
              </a:extLst>
            </p:cNvPr>
            <p:cNvGrpSpPr/>
            <p:nvPr/>
          </p:nvGrpSpPr>
          <p:grpSpPr>
            <a:xfrm>
              <a:off x="4314570" y="2510019"/>
              <a:ext cx="1121782" cy="654301"/>
              <a:chOff x="5594651" y="4310845"/>
              <a:chExt cx="1121782" cy="6543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13A8B4A6-F41C-477A-A167-2AE138EE9D6B}"/>
                      </a:ext>
                    </a:extLst>
                  </p:cNvPr>
                  <p:cNvSpPr txBox="1"/>
                  <p:nvPr/>
                </p:nvSpPr>
                <p:spPr>
                  <a:xfrm>
                    <a:off x="5594651" y="4626592"/>
                    <a:ext cx="1121782" cy="3385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−4)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334" name="TextBox 3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4651" y="4626592"/>
                    <a:ext cx="1121782" cy="33855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30A6E02-AAFB-46AA-873D-3D3D206B7A22}"/>
                  </a:ext>
                </a:extLst>
              </p:cNvPr>
              <p:cNvCxnSpPr/>
              <p:nvPr/>
            </p:nvCxnSpPr>
            <p:spPr>
              <a:xfrm>
                <a:off x="6141063" y="4310845"/>
                <a:ext cx="0" cy="19373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7FC70FB-B5CF-43B3-BF38-9255115710F8}"/>
                </a:ext>
              </a:extLst>
            </p:cNvPr>
            <p:cNvGrpSpPr/>
            <p:nvPr/>
          </p:nvGrpSpPr>
          <p:grpSpPr>
            <a:xfrm>
              <a:off x="5574111" y="1421951"/>
              <a:ext cx="1473883" cy="1201361"/>
              <a:chOff x="5739920" y="1968422"/>
              <a:chExt cx="1473883" cy="1201361"/>
            </a:xfrm>
          </p:grpSpPr>
          <p:sp>
            <p:nvSpPr>
              <p:cNvPr id="13" name="Rounded Rectangle 308">
                <a:extLst>
                  <a:ext uri="{FF2B5EF4-FFF2-40B4-BE49-F238E27FC236}">
                    <a16:creationId xmlns:a16="http://schemas.microsoft.com/office/drawing/2014/main" id="{767FAD36-487F-47C8-9BEF-702E53606AB2}"/>
                  </a:ext>
                </a:extLst>
              </p:cNvPr>
              <p:cNvSpPr/>
              <p:nvPr/>
            </p:nvSpPr>
            <p:spPr>
              <a:xfrm>
                <a:off x="5739920" y="1968422"/>
                <a:ext cx="1372230" cy="120136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C20E4E-ED31-4560-A1F1-83E5D2406CAF}"/>
                  </a:ext>
                </a:extLst>
              </p:cNvPr>
              <p:cNvSpPr txBox="1"/>
              <p:nvPr/>
            </p:nvSpPr>
            <p:spPr>
              <a:xfrm>
                <a:off x="5756258" y="1983749"/>
                <a:ext cx="145754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i="1" dirty="0"/>
                  <a:t>I factored out the GCF here, but I also notice that I have a difference of squares leftover, so I would factor the binomial using difference of squares.</a:t>
                </a:r>
              </a:p>
            </p:txBody>
          </p:sp>
        </p:grpSp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EA211FBA-2BC1-4ACE-A9A4-D12F009FE695}"/>
                </a:ext>
              </a:extLst>
            </p:cNvPr>
            <p:cNvSpPr/>
            <p:nvPr/>
          </p:nvSpPr>
          <p:spPr>
            <a:xfrm rot="16200000">
              <a:off x="4819663" y="2064974"/>
              <a:ext cx="64199" cy="455281"/>
            </a:xfrm>
            <a:prstGeom prst="leftBrace">
              <a:avLst>
                <a:gd name="adj1" fmla="val 22179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90B6B41-7222-4A2B-9881-B08634DD288B}"/>
                </a:ext>
              </a:extLst>
            </p:cNvPr>
            <p:cNvCxnSpPr/>
            <p:nvPr/>
          </p:nvCxnSpPr>
          <p:spPr>
            <a:xfrm>
              <a:off x="4830728" y="1839326"/>
              <a:ext cx="0" cy="1937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432427A-DF7E-4924-9847-8CF6631F16CB}"/>
              </a:ext>
            </a:extLst>
          </p:cNvPr>
          <p:cNvSpPr txBox="1"/>
          <p:nvPr/>
        </p:nvSpPr>
        <p:spPr>
          <a:xfrm>
            <a:off x="2646927" y="510940"/>
            <a:ext cx="2155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Difference of Squares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2C8B058-1BFB-4ED0-BF40-7176CDEEF5C3}"/>
              </a:ext>
            </a:extLst>
          </p:cNvPr>
          <p:cNvGrpSpPr/>
          <p:nvPr/>
        </p:nvGrpSpPr>
        <p:grpSpPr>
          <a:xfrm>
            <a:off x="2673427" y="1597306"/>
            <a:ext cx="1122102" cy="812473"/>
            <a:chOff x="1068652" y="3987720"/>
            <a:chExt cx="1122102" cy="8124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4E46B4-4774-4AF6-9C9B-7F4307F2C196}"/>
                    </a:ext>
                  </a:extLst>
                </p:cNvPr>
                <p:cNvSpPr txBox="1"/>
                <p:nvPr/>
              </p:nvSpPr>
              <p:spPr>
                <a:xfrm>
                  <a:off x="1235448" y="3987720"/>
                  <a:ext cx="62453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−81)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4E46B4-4774-4AF6-9C9B-7F4307F2C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5448" y="3987720"/>
                  <a:ext cx="624530" cy="169277"/>
                </a:xfrm>
                <a:prstGeom prst="rect">
                  <a:avLst/>
                </a:prstGeom>
                <a:blipFill>
                  <a:blip r:embed="rId25"/>
                  <a:stretch>
                    <a:fillRect l="-7843" r="-8824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FB3FDED-35B0-445E-8880-A2BB1C03FBBC}"/>
                    </a:ext>
                  </a:extLst>
                </p:cNvPr>
                <p:cNvSpPr txBox="1"/>
                <p:nvPr/>
              </p:nvSpPr>
              <p:spPr>
                <a:xfrm>
                  <a:off x="1068652" y="4630916"/>
                  <a:ext cx="1122102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(              )(              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FB3FDED-35B0-445E-8880-A2BB1C03FB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8652" y="4630916"/>
                  <a:ext cx="1122102" cy="169277"/>
                </a:xfrm>
                <a:prstGeom prst="rect">
                  <a:avLst/>
                </a:prstGeom>
                <a:blipFill>
                  <a:blip r:embed="rId26"/>
                  <a:stretch>
                    <a:fillRect l="-4348" r="-4348" b="-40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4A1F91-2B4F-4EFB-B390-109E7276C672}"/>
              </a:ext>
            </a:extLst>
          </p:cNvPr>
          <p:cNvGrpSpPr/>
          <p:nvPr/>
        </p:nvGrpSpPr>
        <p:grpSpPr>
          <a:xfrm>
            <a:off x="2746942" y="828072"/>
            <a:ext cx="1776713" cy="524620"/>
            <a:chOff x="870981" y="6177064"/>
            <a:chExt cx="1776713" cy="524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42C7061-46FD-44DD-B6A3-DA66266EBBE6}"/>
                    </a:ext>
                  </a:extLst>
                </p:cNvPr>
                <p:cNvSpPr txBox="1"/>
                <p:nvPr/>
              </p:nvSpPr>
              <p:spPr>
                <a:xfrm>
                  <a:off x="950913" y="6372607"/>
                  <a:ext cx="1672701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</m:t>
                        </m:r>
                        <m:r>
                          <m:rPr>
                            <m:sty m:val="p"/>
                          </m:rP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913" y="6372607"/>
                  <a:ext cx="1672701" cy="169277"/>
                </a:xfrm>
                <a:prstGeom prst="rect">
                  <a:avLst/>
                </a:prstGeom>
                <a:blipFill>
                  <a:blip r:embed="rId33"/>
                  <a:stretch>
                    <a:fillRect r="-3285" b="-481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91308F-47DF-4EEC-BA4B-684C7FBD1F54}"/>
                </a:ext>
              </a:extLst>
            </p:cNvPr>
            <p:cNvSpPr/>
            <p:nvPr/>
          </p:nvSpPr>
          <p:spPr>
            <a:xfrm>
              <a:off x="870981" y="6177064"/>
              <a:ext cx="1776713" cy="5246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2F350F1-8693-447A-AF80-F2BED9AFC069}"/>
              </a:ext>
            </a:extLst>
          </p:cNvPr>
          <p:cNvGrpSpPr/>
          <p:nvPr/>
        </p:nvGrpSpPr>
        <p:grpSpPr>
          <a:xfrm>
            <a:off x="4740523" y="1843465"/>
            <a:ext cx="2183254" cy="1916848"/>
            <a:chOff x="704693" y="5717185"/>
            <a:chExt cx="2183254" cy="1916848"/>
          </a:xfrm>
        </p:grpSpPr>
        <p:sp>
          <p:nvSpPr>
            <p:cNvPr id="28" name="5-Point Star 4">
              <a:extLst>
                <a:ext uri="{FF2B5EF4-FFF2-40B4-BE49-F238E27FC236}">
                  <a16:creationId xmlns:a16="http://schemas.microsoft.com/office/drawing/2014/main" id="{6897B8FB-8C23-4D7A-9558-D94FBD25E661}"/>
                </a:ext>
              </a:extLst>
            </p:cNvPr>
            <p:cNvSpPr/>
            <p:nvPr/>
          </p:nvSpPr>
          <p:spPr>
            <a:xfrm>
              <a:off x="704693" y="5717185"/>
              <a:ext cx="321206" cy="317157"/>
            </a:xfrm>
            <a:prstGeom prst="star5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884B30E-0FFC-4061-AA70-CEF6BDF7538A}"/>
                </a:ext>
              </a:extLst>
            </p:cNvPr>
            <p:cNvGrpSpPr/>
            <p:nvPr/>
          </p:nvGrpSpPr>
          <p:grpSpPr>
            <a:xfrm>
              <a:off x="989700" y="5788190"/>
              <a:ext cx="1898247" cy="1845843"/>
              <a:chOff x="1235448" y="4938829"/>
              <a:chExt cx="1898247" cy="1845843"/>
            </a:xfrm>
          </p:grpSpPr>
          <p:sp>
            <p:nvSpPr>
              <p:cNvPr id="30" name="Cross 29">
                <a:extLst>
                  <a:ext uri="{FF2B5EF4-FFF2-40B4-BE49-F238E27FC236}">
                    <a16:creationId xmlns:a16="http://schemas.microsoft.com/office/drawing/2014/main" id="{6F356E5B-C8B7-4E3D-AFC2-C1F00147430D}"/>
                  </a:ext>
                </a:extLst>
              </p:cNvPr>
              <p:cNvSpPr/>
              <p:nvPr/>
            </p:nvSpPr>
            <p:spPr>
              <a:xfrm rot="18937656">
                <a:off x="1772927" y="6207361"/>
                <a:ext cx="597861" cy="577311"/>
              </a:xfrm>
              <a:prstGeom prst="plus">
                <a:avLst>
                  <a:gd name="adj" fmla="val 44828"/>
                </a:avLst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5FA82E-4D86-4051-8505-31B722C83B0E}"/>
                  </a:ext>
                </a:extLst>
              </p:cNvPr>
              <p:cNvSpPr txBox="1"/>
              <p:nvPr/>
            </p:nvSpPr>
            <p:spPr>
              <a:xfrm>
                <a:off x="1235448" y="4938829"/>
                <a:ext cx="18982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Segoe Print" panose="02000600000000000000" pitchFamily="2" charset="0"/>
                  </a:rPr>
                  <a:t>Sum of Squares</a:t>
                </a:r>
                <a:r>
                  <a:rPr lang="en-US" sz="1000" dirty="0"/>
                  <a:t>:</a:t>
                </a:r>
              </a:p>
              <a:p>
                <a:endParaRPr lang="en-US" sz="1000" dirty="0"/>
              </a:p>
              <a:p>
                <a:r>
                  <a:rPr lang="en-US" sz="1000" i="1" dirty="0"/>
                  <a:t>If two perfect squares are being </a:t>
                </a:r>
                <a:r>
                  <a:rPr lang="en-US" sz="1000" b="1" i="1" dirty="0"/>
                  <a:t>ADDED </a:t>
                </a:r>
                <a:r>
                  <a:rPr lang="en-US" sz="1000" i="1" dirty="0"/>
                  <a:t>instead of subtracted – these </a:t>
                </a:r>
                <a:r>
                  <a:rPr lang="en-US" sz="1000" b="1" i="1" dirty="0"/>
                  <a:t>“CAN’T” </a:t>
                </a:r>
                <a:r>
                  <a:rPr lang="en-US" sz="1000" i="1" dirty="0"/>
                  <a:t>be factored, so don’t waste your time!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D5255BF-39C0-4CE6-8819-2208022A26C2}"/>
                      </a:ext>
                    </a:extLst>
                  </p:cNvPr>
                  <p:cNvSpPr txBox="1"/>
                  <p:nvPr/>
                </p:nvSpPr>
                <p:spPr>
                  <a:xfrm>
                    <a:off x="1561431" y="6381015"/>
                    <a:ext cx="102085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+81)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0" name="TextBox 3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1431" y="6381015"/>
                    <a:ext cx="1020857" cy="276999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7738" t="-4348" r="-7738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E36C6A-663C-4F93-9969-1843ADA92A81}"/>
              </a:ext>
            </a:extLst>
          </p:cNvPr>
          <p:cNvSpPr/>
          <p:nvPr/>
        </p:nvSpPr>
        <p:spPr>
          <a:xfrm>
            <a:off x="365423" y="446471"/>
            <a:ext cx="6801801" cy="36610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EB0353-6C77-4B55-A050-B2635A50808B}"/>
              </a:ext>
            </a:extLst>
          </p:cNvPr>
          <p:cNvGrpSpPr/>
          <p:nvPr/>
        </p:nvGrpSpPr>
        <p:grpSpPr>
          <a:xfrm>
            <a:off x="737557" y="1379279"/>
            <a:ext cx="1446294" cy="615742"/>
            <a:chOff x="-634443" y="6113725"/>
            <a:chExt cx="1446294" cy="393862"/>
          </a:xfrm>
        </p:grpSpPr>
        <p:sp>
          <p:nvSpPr>
            <p:cNvPr id="35" name="Rounded Rectangle 345">
              <a:extLst>
                <a:ext uri="{FF2B5EF4-FFF2-40B4-BE49-F238E27FC236}">
                  <a16:creationId xmlns:a16="http://schemas.microsoft.com/office/drawing/2014/main" id="{7BDAF7D1-7666-40E8-9139-BF09B8B86980}"/>
                </a:ext>
              </a:extLst>
            </p:cNvPr>
            <p:cNvSpPr/>
            <p:nvPr/>
          </p:nvSpPr>
          <p:spPr>
            <a:xfrm>
              <a:off x="-634443" y="6113725"/>
              <a:ext cx="1441175" cy="3938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C59841B-5CD4-4489-931E-60D633166EEB}"/>
                </a:ext>
              </a:extLst>
            </p:cNvPr>
            <p:cNvSpPr txBox="1"/>
            <p:nvPr/>
          </p:nvSpPr>
          <p:spPr>
            <a:xfrm>
              <a:off x="-629324" y="6136170"/>
              <a:ext cx="1441175" cy="354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/>
                <a:t>Take the square root of the first term and last term.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BF2CEB3-140C-4895-8C45-664D85D56482}"/>
              </a:ext>
            </a:extLst>
          </p:cNvPr>
          <p:cNvGrpSpPr/>
          <p:nvPr/>
        </p:nvGrpSpPr>
        <p:grpSpPr>
          <a:xfrm>
            <a:off x="737557" y="2114635"/>
            <a:ext cx="1446294" cy="435199"/>
            <a:chOff x="-634443" y="6113725"/>
            <a:chExt cx="1446294" cy="278377"/>
          </a:xfrm>
        </p:grpSpPr>
        <p:sp>
          <p:nvSpPr>
            <p:cNvPr id="38" name="Rounded Rectangle 345">
              <a:extLst>
                <a:ext uri="{FF2B5EF4-FFF2-40B4-BE49-F238E27FC236}">
                  <a16:creationId xmlns:a16="http://schemas.microsoft.com/office/drawing/2014/main" id="{02E3247E-62DE-43EC-9B00-58C3C51607B8}"/>
                </a:ext>
              </a:extLst>
            </p:cNvPr>
            <p:cNvSpPr/>
            <p:nvPr/>
          </p:nvSpPr>
          <p:spPr>
            <a:xfrm>
              <a:off x="-634443" y="6113725"/>
              <a:ext cx="930733" cy="27837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7EF7D15-3EDC-425C-A9A9-0DA8A6BFD298}"/>
                </a:ext>
              </a:extLst>
            </p:cNvPr>
            <p:cNvSpPr txBox="1"/>
            <p:nvPr/>
          </p:nvSpPr>
          <p:spPr>
            <a:xfrm>
              <a:off x="-629324" y="6136170"/>
              <a:ext cx="1441175" cy="255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/>
                <a:t>Set up empty parenthesis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9969E55-D915-48FD-8646-EC377A918F4C}"/>
                  </a:ext>
                </a:extLst>
              </p:cNvPr>
              <p:cNvSpPr txBox="1"/>
              <p:nvPr/>
            </p:nvSpPr>
            <p:spPr>
              <a:xfrm>
                <a:off x="2671722" y="2839176"/>
                <a:ext cx="107298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       9)(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       9)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9969E55-D915-48FD-8646-EC377A918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722" y="2839176"/>
                <a:ext cx="1072986" cy="169277"/>
              </a:xfrm>
              <a:prstGeom prst="rect">
                <a:avLst/>
              </a:prstGeom>
              <a:blipFill>
                <a:blip r:embed="rId35"/>
                <a:stretch>
                  <a:fillRect l="-4545" r="-4545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7F37A5B-C8AD-4E59-9ECA-C94F04E3AE91}"/>
              </a:ext>
            </a:extLst>
          </p:cNvPr>
          <p:cNvCxnSpPr/>
          <p:nvPr/>
        </p:nvCxnSpPr>
        <p:spPr>
          <a:xfrm>
            <a:off x="3218701" y="2582509"/>
            <a:ext cx="0" cy="193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2A56DEE-D774-4904-8B51-A5BBEABA30E3}"/>
                  </a:ext>
                </a:extLst>
              </p:cNvPr>
              <p:cNvSpPr txBox="1"/>
              <p:nvPr/>
            </p:nvSpPr>
            <p:spPr>
              <a:xfrm>
                <a:off x="2746871" y="3397580"/>
                <a:ext cx="92268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−9)(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+9)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2A56DEE-D774-4904-8B51-A5BBEABA3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871" y="3397580"/>
                <a:ext cx="922688" cy="169277"/>
              </a:xfrm>
              <a:prstGeom prst="rect">
                <a:avLst/>
              </a:prstGeom>
              <a:blipFill>
                <a:blip r:embed="rId36"/>
                <a:stretch>
                  <a:fillRect l="-5298" r="-5960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BB84F06-A793-4308-9E91-0C5ACBECD92E}"/>
              </a:ext>
            </a:extLst>
          </p:cNvPr>
          <p:cNvCxnSpPr/>
          <p:nvPr/>
        </p:nvCxnSpPr>
        <p:spPr>
          <a:xfrm>
            <a:off x="3208215" y="3140913"/>
            <a:ext cx="0" cy="193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5E43F69-BA48-4C1A-8831-5632644F0053}"/>
              </a:ext>
            </a:extLst>
          </p:cNvPr>
          <p:cNvGrpSpPr/>
          <p:nvPr/>
        </p:nvGrpSpPr>
        <p:grpSpPr>
          <a:xfrm>
            <a:off x="742421" y="3232079"/>
            <a:ext cx="1613554" cy="742975"/>
            <a:chOff x="-634443" y="6113725"/>
            <a:chExt cx="1446294" cy="475247"/>
          </a:xfrm>
        </p:grpSpPr>
        <p:sp>
          <p:nvSpPr>
            <p:cNvPr id="46" name="Rounded Rectangle 345">
              <a:extLst>
                <a:ext uri="{FF2B5EF4-FFF2-40B4-BE49-F238E27FC236}">
                  <a16:creationId xmlns:a16="http://schemas.microsoft.com/office/drawing/2014/main" id="{77300A19-E580-4287-A244-31A06571827A}"/>
                </a:ext>
              </a:extLst>
            </p:cNvPr>
            <p:cNvSpPr/>
            <p:nvPr/>
          </p:nvSpPr>
          <p:spPr>
            <a:xfrm>
              <a:off x="-634443" y="6113725"/>
              <a:ext cx="1441175" cy="3938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8267CCD-B366-4B6A-B084-DBAD9D5AC70E}"/>
                </a:ext>
              </a:extLst>
            </p:cNvPr>
            <p:cNvSpPr txBox="1"/>
            <p:nvPr/>
          </p:nvSpPr>
          <p:spPr>
            <a:xfrm>
              <a:off x="-629324" y="6136170"/>
              <a:ext cx="1441175" cy="452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/>
                <a:t>Make one set of the parenthesis “positive” and the other “negative”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D8B3E27-D73D-4B82-8475-97467B18F85C}"/>
              </a:ext>
            </a:extLst>
          </p:cNvPr>
          <p:cNvGrpSpPr/>
          <p:nvPr/>
        </p:nvGrpSpPr>
        <p:grpSpPr>
          <a:xfrm>
            <a:off x="721846" y="2660584"/>
            <a:ext cx="1613554" cy="435199"/>
            <a:chOff x="-634443" y="6113728"/>
            <a:chExt cx="1446294" cy="278377"/>
          </a:xfrm>
        </p:grpSpPr>
        <p:sp>
          <p:nvSpPr>
            <p:cNvPr id="49" name="Rounded Rectangle 345">
              <a:extLst>
                <a:ext uri="{FF2B5EF4-FFF2-40B4-BE49-F238E27FC236}">
                  <a16:creationId xmlns:a16="http://schemas.microsoft.com/office/drawing/2014/main" id="{86F3863B-525C-41EC-A21F-A2EA6E45C8D2}"/>
                </a:ext>
              </a:extLst>
            </p:cNvPr>
            <p:cNvSpPr/>
            <p:nvPr/>
          </p:nvSpPr>
          <p:spPr>
            <a:xfrm>
              <a:off x="-634443" y="6113728"/>
              <a:ext cx="1441175" cy="27837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121C41-F985-4B70-B2FA-64B893D85D61}"/>
                </a:ext>
              </a:extLst>
            </p:cNvPr>
            <p:cNvSpPr txBox="1"/>
            <p:nvPr/>
          </p:nvSpPr>
          <p:spPr>
            <a:xfrm>
              <a:off x="-629324" y="6136170"/>
              <a:ext cx="1441175" cy="255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/>
                <a:t>Plug in the square roots as show in the parenthesis.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3AC10E8-652B-4708-A9C2-EBF6372297A9}"/>
                  </a:ext>
                </a:extLst>
              </p:cNvPr>
              <p:cNvSpPr txBox="1"/>
              <p:nvPr/>
            </p:nvSpPr>
            <p:spPr>
              <a:xfrm>
                <a:off x="1330371" y="4661664"/>
                <a:ext cx="50828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−16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3AC10E8-652B-4708-A9C2-EBF637229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371" y="4661664"/>
                <a:ext cx="508281" cy="169277"/>
              </a:xfrm>
              <a:prstGeom prst="rect">
                <a:avLst/>
              </a:prstGeom>
              <a:blipFill>
                <a:blip r:embed="rId37"/>
                <a:stretch>
                  <a:fillRect l="-5952" t="-3704" r="-5952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6B80688-24BD-4B7F-815C-7055DD02E061}"/>
                  </a:ext>
                </a:extLst>
              </p:cNvPr>
              <p:cNvSpPr txBox="1"/>
              <p:nvPr/>
            </p:nvSpPr>
            <p:spPr>
              <a:xfrm>
                <a:off x="1360526" y="7083657"/>
                <a:ext cx="69345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18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−32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6B80688-24BD-4B7F-815C-7055DD02E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26" y="7083657"/>
                <a:ext cx="693459" cy="169277"/>
              </a:xfrm>
              <a:prstGeom prst="rect">
                <a:avLst/>
              </a:prstGeom>
              <a:blipFill>
                <a:blip r:embed="rId38"/>
                <a:stretch>
                  <a:fillRect l="-4386" r="-4386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26D709A-2546-46F5-9B22-9C3656572D41}"/>
                  </a:ext>
                </a:extLst>
              </p:cNvPr>
              <p:cNvSpPr txBox="1"/>
              <p:nvPr/>
            </p:nvSpPr>
            <p:spPr>
              <a:xfrm>
                <a:off x="3989386" y="4699372"/>
                <a:ext cx="58445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−36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26D709A-2546-46F5-9B22-9C3656572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386" y="4699372"/>
                <a:ext cx="584455" cy="169277"/>
              </a:xfrm>
              <a:prstGeom prst="rect">
                <a:avLst/>
              </a:prstGeom>
              <a:blipFill>
                <a:blip r:embed="rId39"/>
                <a:stretch>
                  <a:fillRect l="-5208" r="-5208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73155180-A118-4F20-91B9-64F38F9CD7A7}"/>
              </a:ext>
            </a:extLst>
          </p:cNvPr>
          <p:cNvSpPr txBox="1"/>
          <p:nvPr/>
        </p:nvSpPr>
        <p:spPr>
          <a:xfrm>
            <a:off x="932738" y="4615498"/>
            <a:ext cx="3032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d)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90AD1B-79AB-4F7A-9299-874BDAD2D2A4}"/>
              </a:ext>
            </a:extLst>
          </p:cNvPr>
          <p:cNvSpPr txBox="1"/>
          <p:nvPr/>
        </p:nvSpPr>
        <p:spPr>
          <a:xfrm>
            <a:off x="3634149" y="4647517"/>
            <a:ext cx="3032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e)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243A6B-9DB2-4504-9DBD-7B8E23AD7E9A}"/>
              </a:ext>
            </a:extLst>
          </p:cNvPr>
          <p:cNvSpPr txBox="1"/>
          <p:nvPr/>
        </p:nvSpPr>
        <p:spPr>
          <a:xfrm>
            <a:off x="962893" y="7037491"/>
            <a:ext cx="2728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f)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046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ACB709-A76F-4981-B60F-AA74DE351A97}"/>
              </a:ext>
            </a:extLst>
          </p:cNvPr>
          <p:cNvSpPr/>
          <p:nvPr/>
        </p:nvSpPr>
        <p:spPr>
          <a:xfrm>
            <a:off x="598058" y="258957"/>
            <a:ext cx="91673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971800" algn="ctr"/>
                <a:tab pos="5943600" algn="r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Name: </a:t>
            </a:r>
            <a:r>
              <a:rPr lang="en-US" sz="12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_______________________________________________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Period: </a:t>
            </a:r>
            <a:r>
              <a:rPr lang="en-US" sz="12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______________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5A1BD2-D3F2-446B-B908-EB11172BDCED}"/>
              </a:ext>
            </a:extLst>
          </p:cNvPr>
          <p:cNvSpPr/>
          <p:nvPr/>
        </p:nvSpPr>
        <p:spPr>
          <a:xfrm>
            <a:off x="-20247429" y="-1273628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F7D4AB-DA24-43D3-BC46-848010D8B9F6}"/>
              </a:ext>
            </a:extLst>
          </p:cNvPr>
          <p:cNvSpPr/>
          <p:nvPr/>
        </p:nvSpPr>
        <p:spPr>
          <a:xfrm>
            <a:off x="14717485" y="2026919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B0FB1-66CA-4F1C-9D4D-B66E26E7CCC1}"/>
              </a:ext>
            </a:extLst>
          </p:cNvPr>
          <p:cNvSpPr txBox="1"/>
          <p:nvPr/>
        </p:nvSpPr>
        <p:spPr>
          <a:xfrm>
            <a:off x="2527632" y="535956"/>
            <a:ext cx="24176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Eras Bold ITC" panose="020B0907030504020204" pitchFamily="34" charset="0"/>
              </a:rPr>
              <a:t>Factoring Review 1 –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89BA1C-843F-40C6-9E3D-64FF47830F9F}"/>
              </a:ext>
            </a:extLst>
          </p:cNvPr>
          <p:cNvSpPr txBox="1"/>
          <p:nvPr/>
        </p:nvSpPr>
        <p:spPr>
          <a:xfrm>
            <a:off x="532240" y="807097"/>
            <a:ext cx="978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Eras Bold ITC" panose="020B0907030504020204" pitchFamily="34" charset="0"/>
              </a:rPr>
              <a:t>Greatest Common Factor (GCF) &amp; Differences of Squares </a:t>
            </a:r>
          </a:p>
          <a:p>
            <a:endParaRPr lang="en-US" sz="1600" dirty="0"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7E9257-706F-4BBF-8D7A-C8FEA55B69DE}"/>
                  </a:ext>
                </a:extLst>
              </p:cNvPr>
              <p:cNvSpPr txBox="1"/>
              <p:nvPr/>
            </p:nvSpPr>
            <p:spPr>
              <a:xfrm>
                <a:off x="3163310" y="1840882"/>
                <a:ext cx="66409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+15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7E9257-706F-4BBF-8D7A-C8FEA55B6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310" y="1840882"/>
                <a:ext cx="664092" cy="169277"/>
              </a:xfrm>
              <a:prstGeom prst="rect">
                <a:avLst/>
              </a:prstGeom>
              <a:blipFill>
                <a:blip r:embed="rId2"/>
                <a:stretch>
                  <a:fillRect l="-4587" r="-367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169D0C-0F6E-4DBA-9108-D7A76F42B940}"/>
                  </a:ext>
                </a:extLst>
              </p:cNvPr>
              <p:cNvSpPr txBox="1"/>
              <p:nvPr/>
            </p:nvSpPr>
            <p:spPr>
              <a:xfrm>
                <a:off x="748099" y="4367953"/>
                <a:ext cx="1137940" cy="171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169D0C-0F6E-4DBA-9108-D7A76F42B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99" y="4367953"/>
                <a:ext cx="1137940" cy="171201"/>
              </a:xfrm>
              <a:prstGeom prst="rect">
                <a:avLst/>
              </a:prstGeom>
              <a:blipFill>
                <a:blip r:embed="rId3"/>
                <a:stretch>
                  <a:fillRect l="-2688" t="-7143" r="-2688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27A54B-B567-4204-84DD-2E38D8518421}"/>
                  </a:ext>
                </a:extLst>
              </p:cNvPr>
              <p:cNvSpPr txBox="1"/>
              <p:nvPr/>
            </p:nvSpPr>
            <p:spPr>
              <a:xfrm>
                <a:off x="724406" y="1809330"/>
                <a:ext cx="51584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+49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27A54B-B567-4204-84DD-2E38D8518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06" y="1809330"/>
                <a:ext cx="515847" cy="169277"/>
              </a:xfrm>
              <a:prstGeom prst="rect">
                <a:avLst/>
              </a:prstGeom>
              <a:blipFill>
                <a:blip r:embed="rId4"/>
                <a:stretch>
                  <a:fillRect l="-5952" r="-7143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D33C85-EC5A-48E4-82A3-E645764BCD25}"/>
                  </a:ext>
                </a:extLst>
              </p:cNvPr>
              <p:cNvSpPr txBox="1"/>
              <p:nvPr/>
            </p:nvSpPr>
            <p:spPr>
              <a:xfrm>
                <a:off x="3024121" y="4393348"/>
                <a:ext cx="98969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+28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D33C85-EC5A-48E4-82A3-E645764BC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121" y="4393348"/>
                <a:ext cx="989694" cy="169277"/>
              </a:xfrm>
              <a:prstGeom prst="rect">
                <a:avLst/>
              </a:prstGeom>
              <a:blipFill>
                <a:blip r:embed="rId5"/>
                <a:stretch>
                  <a:fillRect l="-3086" t="-3704" r="-308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B18486-814E-46AB-862C-A44EB8A18885}"/>
                  </a:ext>
                </a:extLst>
              </p:cNvPr>
              <p:cNvSpPr txBox="1"/>
              <p:nvPr/>
            </p:nvSpPr>
            <p:spPr>
              <a:xfrm>
                <a:off x="5381565" y="1840882"/>
                <a:ext cx="50699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B18486-814E-46AB-862C-A44EB8A18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565" y="1840882"/>
                <a:ext cx="506997" cy="169277"/>
              </a:xfrm>
              <a:prstGeom prst="rect">
                <a:avLst/>
              </a:prstGeom>
              <a:blipFill>
                <a:blip r:embed="rId6"/>
                <a:stretch>
                  <a:fillRect l="-3614" r="-4819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C986A1-C32E-4F83-9B9A-ADED7661B2C4}"/>
                  </a:ext>
                </a:extLst>
              </p:cNvPr>
              <p:cNvSpPr txBox="1"/>
              <p:nvPr/>
            </p:nvSpPr>
            <p:spPr>
              <a:xfrm>
                <a:off x="5381565" y="4381560"/>
                <a:ext cx="89139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C986A1-C32E-4F83-9B9A-ADED7661B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565" y="4381560"/>
                <a:ext cx="891398" cy="169277"/>
              </a:xfrm>
              <a:prstGeom prst="rect">
                <a:avLst/>
              </a:prstGeom>
              <a:blipFill>
                <a:blip r:embed="rId7"/>
                <a:stretch>
                  <a:fillRect l="-3425" r="-4795" b="-3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E44AB1-88AE-45D2-94D7-95D7F226DB78}"/>
                  </a:ext>
                </a:extLst>
              </p:cNvPr>
              <p:cNvSpPr txBox="1"/>
              <p:nvPr/>
            </p:nvSpPr>
            <p:spPr>
              <a:xfrm>
                <a:off x="792823" y="6977270"/>
                <a:ext cx="1048492" cy="171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+121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E44AB1-88AE-45D2-94D7-95D7F226D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23" y="6977270"/>
                <a:ext cx="1048492" cy="171201"/>
              </a:xfrm>
              <a:prstGeom prst="rect">
                <a:avLst/>
              </a:prstGeom>
              <a:blipFill>
                <a:blip r:embed="rId8"/>
                <a:stretch>
                  <a:fillRect l="-2907" t="-7143" r="-348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955412D7-3795-48F3-AF1A-78D05D915D6B}"/>
              </a:ext>
            </a:extLst>
          </p:cNvPr>
          <p:cNvSpPr txBox="1"/>
          <p:nvPr/>
        </p:nvSpPr>
        <p:spPr>
          <a:xfrm>
            <a:off x="448017" y="1755481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1)</a:t>
            </a:r>
            <a:endParaRPr lang="en-US" b="1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5EAB399-D8C9-4D7D-868C-B6A1169142E7}"/>
              </a:ext>
            </a:extLst>
          </p:cNvPr>
          <p:cNvSpPr txBox="1"/>
          <p:nvPr/>
        </p:nvSpPr>
        <p:spPr>
          <a:xfrm>
            <a:off x="392382" y="1317731"/>
            <a:ext cx="5082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/>
              <a:t>Simplify each expression by factoring out the greatest common factor (GCF). 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677539D-723C-4CD8-85C8-6A2F65821B49}"/>
              </a:ext>
            </a:extLst>
          </p:cNvPr>
          <p:cNvSpPr txBox="1"/>
          <p:nvPr/>
        </p:nvSpPr>
        <p:spPr>
          <a:xfrm>
            <a:off x="2724039" y="1779914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2)</a:t>
            </a:r>
            <a:endParaRPr lang="en-US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FF07A4-2676-4CAE-9635-16992B9F1488}"/>
              </a:ext>
            </a:extLst>
          </p:cNvPr>
          <p:cNvSpPr txBox="1"/>
          <p:nvPr/>
        </p:nvSpPr>
        <p:spPr>
          <a:xfrm>
            <a:off x="4959503" y="1779914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3)</a:t>
            </a:r>
            <a:endParaRPr lang="en-US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E36060D-B8A3-4A64-92D9-A7905A1B5CE0}"/>
              </a:ext>
            </a:extLst>
          </p:cNvPr>
          <p:cNvSpPr txBox="1"/>
          <p:nvPr/>
        </p:nvSpPr>
        <p:spPr>
          <a:xfrm>
            <a:off x="448017" y="4322749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4)</a:t>
            </a:r>
            <a:endParaRPr lang="en-US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781ECFE-CFB6-4A93-A400-D3D32FFDC14A}"/>
              </a:ext>
            </a:extLst>
          </p:cNvPr>
          <p:cNvSpPr txBox="1"/>
          <p:nvPr/>
        </p:nvSpPr>
        <p:spPr>
          <a:xfrm>
            <a:off x="2724039" y="4347182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5)</a:t>
            </a:r>
            <a:endParaRPr lang="en-US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D39819B-D717-42B5-9090-D6E7E8934E4E}"/>
              </a:ext>
            </a:extLst>
          </p:cNvPr>
          <p:cNvSpPr txBox="1"/>
          <p:nvPr/>
        </p:nvSpPr>
        <p:spPr>
          <a:xfrm>
            <a:off x="4959503" y="4347182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6)</a:t>
            </a:r>
            <a:endParaRPr lang="en-US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5F9F27F-22FA-4893-920F-AA27CE009FBF}"/>
              </a:ext>
            </a:extLst>
          </p:cNvPr>
          <p:cNvSpPr txBox="1"/>
          <p:nvPr/>
        </p:nvSpPr>
        <p:spPr>
          <a:xfrm>
            <a:off x="448017" y="6943361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7)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5795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01DDDC-AE22-40C6-98CF-573D0D1E5B82}"/>
              </a:ext>
            </a:extLst>
          </p:cNvPr>
          <p:cNvSpPr/>
          <p:nvPr/>
        </p:nvSpPr>
        <p:spPr>
          <a:xfrm>
            <a:off x="-20247429" y="-1273628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1DA1A6-BCFE-4189-B558-7BF862B9CED3}"/>
              </a:ext>
            </a:extLst>
          </p:cNvPr>
          <p:cNvSpPr/>
          <p:nvPr/>
        </p:nvSpPr>
        <p:spPr>
          <a:xfrm>
            <a:off x="14717485" y="2026919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mage result for sat test">
            <a:extLst>
              <a:ext uri="{FF2B5EF4-FFF2-40B4-BE49-F238E27FC236}">
                <a16:creationId xmlns:a16="http://schemas.microsoft.com/office/drawing/2014/main" id="{FC30F1D8-CE60-4DDB-A002-2D912FAEB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438" y="5889356"/>
            <a:ext cx="958215" cy="95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788F66-AC88-4DA5-B879-ECE61CEE1BD7}"/>
                  </a:ext>
                </a:extLst>
              </p:cNvPr>
              <p:cNvSpPr txBox="1"/>
              <p:nvPr/>
            </p:nvSpPr>
            <p:spPr>
              <a:xfrm>
                <a:off x="5542077" y="924379"/>
                <a:ext cx="58445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788F66-AC88-4DA5-B879-ECE61CEE1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077" y="924379"/>
                <a:ext cx="584455" cy="169277"/>
              </a:xfrm>
              <a:prstGeom prst="rect">
                <a:avLst/>
              </a:prstGeom>
              <a:blipFill>
                <a:blip r:embed="rId3"/>
                <a:stretch>
                  <a:fillRect l="-5208" t="-3704" r="-520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65756-D12F-49B5-9956-56151FBAFDB0}"/>
                  </a:ext>
                </a:extLst>
              </p:cNvPr>
              <p:cNvSpPr txBox="1"/>
              <p:nvPr/>
            </p:nvSpPr>
            <p:spPr>
              <a:xfrm>
                <a:off x="3234477" y="924380"/>
                <a:ext cx="58445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−144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65756-D12F-49B5-9956-56151FBAF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77" y="924380"/>
                <a:ext cx="584455" cy="169277"/>
              </a:xfrm>
              <a:prstGeom prst="rect">
                <a:avLst/>
              </a:prstGeom>
              <a:blipFill>
                <a:blip r:embed="rId4"/>
                <a:stretch>
                  <a:fillRect l="-3158" t="-3704" r="-736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C35167-39DE-4EA9-8B34-784C9B767D95}"/>
                  </a:ext>
                </a:extLst>
              </p:cNvPr>
              <p:cNvSpPr txBox="1"/>
              <p:nvPr/>
            </p:nvSpPr>
            <p:spPr>
              <a:xfrm>
                <a:off x="901423" y="899947"/>
                <a:ext cx="50828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−16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C35167-39DE-4EA9-8B34-784C9B767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23" y="899947"/>
                <a:ext cx="508281" cy="169277"/>
              </a:xfrm>
              <a:prstGeom prst="rect">
                <a:avLst/>
              </a:prstGeom>
              <a:blipFill>
                <a:blip r:embed="rId5"/>
                <a:stretch>
                  <a:fillRect l="-7229" t="-3704" r="-7229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93A55B-DA80-4ACE-A2EA-7832315BA849}"/>
                  </a:ext>
                </a:extLst>
              </p:cNvPr>
              <p:cNvSpPr txBox="1"/>
              <p:nvPr/>
            </p:nvSpPr>
            <p:spPr>
              <a:xfrm>
                <a:off x="1005997" y="6091898"/>
                <a:ext cx="58445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−50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93A55B-DA80-4ACE-A2EA-7832315BA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97" y="6091898"/>
                <a:ext cx="584455" cy="169277"/>
              </a:xfrm>
              <a:prstGeom prst="rect">
                <a:avLst/>
              </a:prstGeom>
              <a:blipFill>
                <a:blip r:embed="rId6"/>
                <a:stretch>
                  <a:fillRect l="-5208" r="-6250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4B8DEF-081F-4092-A20C-C9F29AD04226}"/>
                  </a:ext>
                </a:extLst>
              </p:cNvPr>
              <p:cNvSpPr txBox="1"/>
              <p:nvPr/>
            </p:nvSpPr>
            <p:spPr>
              <a:xfrm>
                <a:off x="927450" y="3467215"/>
                <a:ext cx="74155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−100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4B8DEF-081F-4092-A20C-C9F29AD04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50" y="3467215"/>
                <a:ext cx="741550" cy="169277"/>
              </a:xfrm>
              <a:prstGeom prst="rect">
                <a:avLst/>
              </a:prstGeom>
              <a:blipFill>
                <a:blip r:embed="rId7"/>
                <a:stretch>
                  <a:fillRect l="-4098" r="-4098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B6443F-683D-4CE0-94AC-2B42DC2DB959}"/>
                  </a:ext>
                </a:extLst>
              </p:cNvPr>
              <p:cNvSpPr txBox="1"/>
              <p:nvPr/>
            </p:nvSpPr>
            <p:spPr>
              <a:xfrm>
                <a:off x="3316867" y="3467213"/>
                <a:ext cx="58682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−49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B6443F-683D-4CE0-94AC-2B42DC2DB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867" y="3467213"/>
                <a:ext cx="586827" cy="169277"/>
              </a:xfrm>
              <a:prstGeom prst="rect">
                <a:avLst/>
              </a:prstGeom>
              <a:blipFill>
                <a:blip r:embed="rId8"/>
                <a:stretch>
                  <a:fillRect l="-5208" r="-625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FA2FB6-5BBC-42B9-B0CE-CBCF0B3B68F2}"/>
                  </a:ext>
                </a:extLst>
              </p:cNvPr>
              <p:cNvSpPr txBox="1"/>
              <p:nvPr/>
            </p:nvSpPr>
            <p:spPr>
              <a:xfrm>
                <a:off x="5542077" y="3467214"/>
                <a:ext cx="81124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81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−36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FA2FB6-5BBC-42B9-B0CE-CBCF0B3B6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077" y="3467214"/>
                <a:ext cx="811248" cy="169277"/>
              </a:xfrm>
              <a:prstGeom prst="rect">
                <a:avLst/>
              </a:prstGeom>
              <a:blipFill>
                <a:blip r:embed="rId9"/>
                <a:stretch>
                  <a:fillRect l="-3759" r="-2256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91E7310-F329-4C1A-AA0B-A474316D5641}"/>
              </a:ext>
            </a:extLst>
          </p:cNvPr>
          <p:cNvSpPr txBox="1"/>
          <p:nvPr/>
        </p:nvSpPr>
        <p:spPr>
          <a:xfrm>
            <a:off x="493612" y="297595"/>
            <a:ext cx="7090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/>
              <a:t>Simplify each difference of squares. REMEMBER- check to see if you can factor out a GCF as your first step!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12096-1C18-4856-86EC-0F51855DE02C}"/>
              </a:ext>
            </a:extLst>
          </p:cNvPr>
          <p:cNvSpPr txBox="1"/>
          <p:nvPr/>
        </p:nvSpPr>
        <p:spPr>
          <a:xfrm>
            <a:off x="493612" y="853781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8)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972B5D-9EFE-4470-8173-750EF8C0BF07}"/>
              </a:ext>
            </a:extLst>
          </p:cNvPr>
          <p:cNvSpPr txBox="1"/>
          <p:nvPr/>
        </p:nvSpPr>
        <p:spPr>
          <a:xfrm>
            <a:off x="2769634" y="878214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9)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F9E477-58E7-47C3-976C-4661CE7FF06A}"/>
              </a:ext>
            </a:extLst>
          </p:cNvPr>
          <p:cNvSpPr txBox="1"/>
          <p:nvPr/>
        </p:nvSpPr>
        <p:spPr>
          <a:xfrm>
            <a:off x="5005098" y="878214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10)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2900FD-E820-4976-8D49-1AE6848E3AFB}"/>
              </a:ext>
            </a:extLst>
          </p:cNvPr>
          <p:cNvSpPr txBox="1"/>
          <p:nvPr/>
        </p:nvSpPr>
        <p:spPr>
          <a:xfrm>
            <a:off x="493612" y="3421049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11)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97674C-6492-4D63-BC9B-D231002B5FB3}"/>
              </a:ext>
            </a:extLst>
          </p:cNvPr>
          <p:cNvSpPr txBox="1"/>
          <p:nvPr/>
        </p:nvSpPr>
        <p:spPr>
          <a:xfrm>
            <a:off x="2769634" y="3445482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12)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59C26B-0994-46A3-9D1C-036FB8AE0137}"/>
              </a:ext>
            </a:extLst>
          </p:cNvPr>
          <p:cNvSpPr txBox="1"/>
          <p:nvPr/>
        </p:nvSpPr>
        <p:spPr>
          <a:xfrm>
            <a:off x="5005098" y="3445482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13)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144F2B-5728-4B94-87B3-469EBFCBAE7B}"/>
              </a:ext>
            </a:extLst>
          </p:cNvPr>
          <p:cNvSpPr txBox="1"/>
          <p:nvPr/>
        </p:nvSpPr>
        <p:spPr>
          <a:xfrm>
            <a:off x="493612" y="6041661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14)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9889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ACB709-A76F-4981-B60F-AA74DE351A97}"/>
              </a:ext>
            </a:extLst>
          </p:cNvPr>
          <p:cNvSpPr/>
          <p:nvPr/>
        </p:nvSpPr>
        <p:spPr>
          <a:xfrm>
            <a:off x="598058" y="258957"/>
            <a:ext cx="91673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971800" algn="ctr"/>
                <a:tab pos="5943600" algn="r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Name: </a:t>
            </a:r>
            <a:r>
              <a:rPr lang="en-US" sz="12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_______________________________________________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Period: </a:t>
            </a:r>
            <a:r>
              <a:rPr lang="en-US" sz="12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______________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5A1BD2-D3F2-446B-B908-EB11172BDCED}"/>
              </a:ext>
            </a:extLst>
          </p:cNvPr>
          <p:cNvSpPr/>
          <p:nvPr/>
        </p:nvSpPr>
        <p:spPr>
          <a:xfrm>
            <a:off x="-20247429" y="-1273628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F7D4AB-DA24-43D3-BC46-848010D8B9F6}"/>
              </a:ext>
            </a:extLst>
          </p:cNvPr>
          <p:cNvSpPr/>
          <p:nvPr/>
        </p:nvSpPr>
        <p:spPr>
          <a:xfrm>
            <a:off x="14717485" y="2026919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B0FB1-66CA-4F1C-9D4D-B66E26E7CCC1}"/>
              </a:ext>
            </a:extLst>
          </p:cNvPr>
          <p:cNvSpPr txBox="1"/>
          <p:nvPr/>
        </p:nvSpPr>
        <p:spPr>
          <a:xfrm>
            <a:off x="2527632" y="535956"/>
            <a:ext cx="24176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Eras Bold ITC" panose="020B0907030504020204" pitchFamily="34" charset="0"/>
              </a:rPr>
              <a:t>Factoring Review 1 –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89BA1C-843F-40C6-9E3D-64FF47830F9F}"/>
              </a:ext>
            </a:extLst>
          </p:cNvPr>
          <p:cNvSpPr txBox="1"/>
          <p:nvPr/>
        </p:nvSpPr>
        <p:spPr>
          <a:xfrm>
            <a:off x="532240" y="807097"/>
            <a:ext cx="978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Eras Bold ITC" panose="020B0907030504020204" pitchFamily="34" charset="0"/>
              </a:rPr>
              <a:t>Greatest Common Factor (GCF) &amp; Differences of Squares </a:t>
            </a:r>
          </a:p>
          <a:p>
            <a:endParaRPr lang="en-US" sz="1600" dirty="0"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7E9257-706F-4BBF-8D7A-C8FEA55B69DE}"/>
                  </a:ext>
                </a:extLst>
              </p:cNvPr>
              <p:cNvSpPr txBox="1"/>
              <p:nvPr/>
            </p:nvSpPr>
            <p:spPr>
              <a:xfrm>
                <a:off x="3163310" y="1840882"/>
                <a:ext cx="66409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+15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7E9257-706F-4BBF-8D7A-C8FEA55B6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310" y="1840882"/>
                <a:ext cx="664092" cy="169277"/>
              </a:xfrm>
              <a:prstGeom prst="rect">
                <a:avLst/>
              </a:prstGeom>
              <a:blipFill>
                <a:blip r:embed="rId2"/>
                <a:stretch>
                  <a:fillRect l="-4587" r="-367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169D0C-0F6E-4DBA-9108-D7A76F42B940}"/>
                  </a:ext>
                </a:extLst>
              </p:cNvPr>
              <p:cNvSpPr txBox="1"/>
              <p:nvPr/>
            </p:nvSpPr>
            <p:spPr>
              <a:xfrm>
                <a:off x="748099" y="4367953"/>
                <a:ext cx="1137940" cy="171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169D0C-0F6E-4DBA-9108-D7A76F42B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99" y="4367953"/>
                <a:ext cx="1137940" cy="171201"/>
              </a:xfrm>
              <a:prstGeom prst="rect">
                <a:avLst/>
              </a:prstGeom>
              <a:blipFill>
                <a:blip r:embed="rId3"/>
                <a:stretch>
                  <a:fillRect l="-2688" t="-7143" r="-2688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27A54B-B567-4204-84DD-2E38D8518421}"/>
                  </a:ext>
                </a:extLst>
              </p:cNvPr>
              <p:cNvSpPr txBox="1"/>
              <p:nvPr/>
            </p:nvSpPr>
            <p:spPr>
              <a:xfrm>
                <a:off x="724406" y="1809330"/>
                <a:ext cx="51584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+49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27A54B-B567-4204-84DD-2E38D8518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06" y="1809330"/>
                <a:ext cx="515847" cy="169277"/>
              </a:xfrm>
              <a:prstGeom prst="rect">
                <a:avLst/>
              </a:prstGeom>
              <a:blipFill>
                <a:blip r:embed="rId4"/>
                <a:stretch>
                  <a:fillRect l="-5952" r="-7143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D33C85-EC5A-48E4-82A3-E645764BCD25}"/>
                  </a:ext>
                </a:extLst>
              </p:cNvPr>
              <p:cNvSpPr txBox="1"/>
              <p:nvPr/>
            </p:nvSpPr>
            <p:spPr>
              <a:xfrm>
                <a:off x="3024121" y="4393348"/>
                <a:ext cx="98969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+28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D33C85-EC5A-48E4-82A3-E645764BC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121" y="4393348"/>
                <a:ext cx="989694" cy="169277"/>
              </a:xfrm>
              <a:prstGeom prst="rect">
                <a:avLst/>
              </a:prstGeom>
              <a:blipFill>
                <a:blip r:embed="rId5"/>
                <a:stretch>
                  <a:fillRect l="-3086" t="-3704" r="-308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B18486-814E-46AB-862C-A44EB8A18885}"/>
                  </a:ext>
                </a:extLst>
              </p:cNvPr>
              <p:cNvSpPr txBox="1"/>
              <p:nvPr/>
            </p:nvSpPr>
            <p:spPr>
              <a:xfrm>
                <a:off x="5381565" y="1840882"/>
                <a:ext cx="50699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B18486-814E-46AB-862C-A44EB8A18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565" y="1840882"/>
                <a:ext cx="506997" cy="169277"/>
              </a:xfrm>
              <a:prstGeom prst="rect">
                <a:avLst/>
              </a:prstGeom>
              <a:blipFill>
                <a:blip r:embed="rId6"/>
                <a:stretch>
                  <a:fillRect l="-3614" r="-4819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C986A1-C32E-4F83-9B9A-ADED7661B2C4}"/>
                  </a:ext>
                </a:extLst>
              </p:cNvPr>
              <p:cNvSpPr txBox="1"/>
              <p:nvPr/>
            </p:nvSpPr>
            <p:spPr>
              <a:xfrm>
                <a:off x="5381565" y="4381560"/>
                <a:ext cx="89139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C986A1-C32E-4F83-9B9A-ADED7661B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565" y="4381560"/>
                <a:ext cx="891398" cy="169277"/>
              </a:xfrm>
              <a:prstGeom prst="rect">
                <a:avLst/>
              </a:prstGeom>
              <a:blipFill>
                <a:blip r:embed="rId7"/>
                <a:stretch>
                  <a:fillRect l="-3425" r="-4795" b="-3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E44AB1-88AE-45D2-94D7-95D7F226DB78}"/>
                  </a:ext>
                </a:extLst>
              </p:cNvPr>
              <p:cNvSpPr txBox="1"/>
              <p:nvPr/>
            </p:nvSpPr>
            <p:spPr>
              <a:xfrm>
                <a:off x="792823" y="6977270"/>
                <a:ext cx="1048492" cy="171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+121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E44AB1-88AE-45D2-94D7-95D7F226D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23" y="6977270"/>
                <a:ext cx="1048492" cy="171201"/>
              </a:xfrm>
              <a:prstGeom prst="rect">
                <a:avLst/>
              </a:prstGeom>
              <a:blipFill>
                <a:blip r:embed="rId8"/>
                <a:stretch>
                  <a:fillRect l="-2907" t="-7143" r="-348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955412D7-3795-48F3-AF1A-78D05D915D6B}"/>
              </a:ext>
            </a:extLst>
          </p:cNvPr>
          <p:cNvSpPr txBox="1"/>
          <p:nvPr/>
        </p:nvSpPr>
        <p:spPr>
          <a:xfrm>
            <a:off x="448017" y="1755481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1)</a:t>
            </a:r>
            <a:endParaRPr lang="en-US" b="1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5EAB399-D8C9-4D7D-868C-B6A1169142E7}"/>
              </a:ext>
            </a:extLst>
          </p:cNvPr>
          <p:cNvSpPr txBox="1"/>
          <p:nvPr/>
        </p:nvSpPr>
        <p:spPr>
          <a:xfrm>
            <a:off x="392382" y="1317731"/>
            <a:ext cx="5082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/>
              <a:t>Simplify each expression by factoring out the greatest common factor (GCF). 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677539D-723C-4CD8-85C8-6A2F65821B49}"/>
              </a:ext>
            </a:extLst>
          </p:cNvPr>
          <p:cNvSpPr txBox="1"/>
          <p:nvPr/>
        </p:nvSpPr>
        <p:spPr>
          <a:xfrm>
            <a:off x="2724039" y="1779914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2)</a:t>
            </a:r>
            <a:endParaRPr lang="en-US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FF07A4-2676-4CAE-9635-16992B9F1488}"/>
              </a:ext>
            </a:extLst>
          </p:cNvPr>
          <p:cNvSpPr txBox="1"/>
          <p:nvPr/>
        </p:nvSpPr>
        <p:spPr>
          <a:xfrm>
            <a:off x="4959503" y="1779914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3)</a:t>
            </a:r>
            <a:endParaRPr lang="en-US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E36060D-B8A3-4A64-92D9-A7905A1B5CE0}"/>
              </a:ext>
            </a:extLst>
          </p:cNvPr>
          <p:cNvSpPr txBox="1"/>
          <p:nvPr/>
        </p:nvSpPr>
        <p:spPr>
          <a:xfrm>
            <a:off x="448017" y="4322749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4)</a:t>
            </a:r>
            <a:endParaRPr lang="en-US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781ECFE-CFB6-4A93-A400-D3D32FFDC14A}"/>
              </a:ext>
            </a:extLst>
          </p:cNvPr>
          <p:cNvSpPr txBox="1"/>
          <p:nvPr/>
        </p:nvSpPr>
        <p:spPr>
          <a:xfrm>
            <a:off x="2724039" y="4347182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5)</a:t>
            </a:r>
            <a:endParaRPr lang="en-US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D39819B-D717-42B5-9090-D6E7E8934E4E}"/>
              </a:ext>
            </a:extLst>
          </p:cNvPr>
          <p:cNvSpPr txBox="1"/>
          <p:nvPr/>
        </p:nvSpPr>
        <p:spPr>
          <a:xfrm>
            <a:off x="4959503" y="4347182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6)</a:t>
            </a:r>
            <a:endParaRPr lang="en-US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5F9F27F-22FA-4893-920F-AA27CE009FBF}"/>
              </a:ext>
            </a:extLst>
          </p:cNvPr>
          <p:cNvSpPr txBox="1"/>
          <p:nvPr/>
        </p:nvSpPr>
        <p:spPr>
          <a:xfrm>
            <a:off x="448017" y="6943361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7)</a:t>
            </a:r>
            <a:endParaRPr lang="en-US" b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5AF9046-36ED-469A-8E31-ECC57C865EA2}"/>
              </a:ext>
            </a:extLst>
          </p:cNvPr>
          <p:cNvGrpSpPr/>
          <p:nvPr/>
        </p:nvGrpSpPr>
        <p:grpSpPr>
          <a:xfrm>
            <a:off x="666873" y="1984853"/>
            <a:ext cx="803457" cy="256285"/>
            <a:chOff x="666873" y="1984853"/>
            <a:chExt cx="803457" cy="25628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E1BE3DD-8B90-45B4-AE8C-8A48D37300DA}"/>
                    </a:ext>
                  </a:extLst>
                </p14:cNvPr>
                <p14:cNvContentPartPr/>
                <p14:nvPr/>
              </p14:nvContentPartPr>
              <p14:xfrm>
                <a:off x="666873" y="2108432"/>
                <a:ext cx="111031" cy="112552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E1BE3DD-8B90-45B4-AE8C-8A48D37300D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7890" y="2099774"/>
                  <a:ext cx="128638" cy="130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AD5EA97-5C5F-4443-83A5-7A263E7E14A8}"/>
                    </a:ext>
                  </a:extLst>
                </p14:cNvPr>
                <p14:cNvContentPartPr/>
                <p14:nvPr/>
              </p14:nvContentPartPr>
              <p14:xfrm>
                <a:off x="910610" y="2015273"/>
                <a:ext cx="65022" cy="220542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AD5EA97-5C5F-4443-83A5-7A263E7E14A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1629" y="2006624"/>
                  <a:ext cx="82625" cy="2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F40FFF8-AE8C-41F1-99EA-2F6CFF03592A}"/>
                    </a:ext>
                  </a:extLst>
                </p14:cNvPr>
                <p14:cNvContentPartPr/>
                <p14:nvPr/>
              </p14:nvContentPartPr>
              <p14:xfrm>
                <a:off x="1042555" y="2118319"/>
                <a:ext cx="87076" cy="93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F40FFF8-AE8C-41F1-99EA-2F6CFF03592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33919" y="2109292"/>
                  <a:ext cx="104707" cy="1108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63B4B8A-D360-4530-81B5-89E4553D9775}"/>
                    </a:ext>
                  </a:extLst>
                </p14:cNvPr>
                <p14:cNvContentPartPr/>
                <p14:nvPr/>
              </p14:nvContentPartPr>
              <p14:xfrm>
                <a:off x="1073735" y="2116798"/>
                <a:ext cx="31941" cy="98864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63B4B8A-D360-4530-81B5-89E4553D97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64661" y="2107778"/>
                  <a:ext cx="49726" cy="1165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56F8EC6-DAA7-4926-917E-D3E6B0AC9572}"/>
                    </a:ext>
                  </a:extLst>
                </p14:cNvPr>
                <p14:cNvContentPartPr/>
                <p14:nvPr/>
              </p14:nvContentPartPr>
              <p14:xfrm>
                <a:off x="1198835" y="2119079"/>
                <a:ext cx="17491" cy="7757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6F8EC6-DAA7-4926-917E-D3E6B0AC957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90268" y="2110420"/>
                  <a:ext cx="34982" cy="952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C2F5553-F7EE-48B9-958B-F171B8A9039B}"/>
                    </a:ext>
                  </a:extLst>
                </p14:cNvPr>
                <p14:cNvContentPartPr/>
                <p14:nvPr/>
              </p14:nvContentPartPr>
              <p14:xfrm>
                <a:off x="1134194" y="2154442"/>
                <a:ext cx="100385" cy="18632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C2F5553-F7EE-48B9-958B-F171B8A9039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25528" y="2145843"/>
                  <a:ext cx="118079" cy="361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CAB3E5-ACCC-4BEF-80F1-80F76EDF5433}"/>
                    </a:ext>
                  </a:extLst>
                </p14:cNvPr>
                <p14:cNvContentPartPr/>
                <p14:nvPr/>
              </p14:nvContentPartPr>
              <p14:xfrm>
                <a:off x="1263477" y="2067746"/>
                <a:ext cx="95822" cy="124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CAB3E5-ACCC-4BEF-80F1-80F76EDF543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54831" y="2058760"/>
                  <a:ext cx="113473" cy="1423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3E9D48-AA32-4B16-9A13-6F524E725246}"/>
                    </a:ext>
                  </a:extLst>
                </p14:cNvPr>
                <p14:cNvContentPartPr/>
                <p14:nvPr/>
              </p14:nvContentPartPr>
              <p14:xfrm>
                <a:off x="1363862" y="1984853"/>
                <a:ext cx="106468" cy="256285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3E9D48-AA32-4B16-9A13-6F524E72524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54839" y="1975854"/>
                  <a:ext cx="124153" cy="27392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403B38D-E82E-475E-B437-E6BC2C59702F}"/>
              </a:ext>
            </a:extLst>
          </p:cNvPr>
          <p:cNvGrpSpPr/>
          <p:nvPr/>
        </p:nvGrpSpPr>
        <p:grpSpPr>
          <a:xfrm>
            <a:off x="3201964" y="2078773"/>
            <a:ext cx="1106511" cy="288606"/>
            <a:chOff x="3201964" y="2078773"/>
            <a:chExt cx="1106511" cy="28860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0573249-0B76-43D8-B340-94767BAA1C6F}"/>
                    </a:ext>
                  </a:extLst>
                </p14:cNvPr>
                <p14:cNvContentPartPr/>
                <p14:nvPr/>
              </p14:nvContentPartPr>
              <p14:xfrm>
                <a:off x="3201964" y="2185622"/>
                <a:ext cx="175293" cy="153619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0573249-0B76-43D8-B340-94767BAA1C6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92965" y="2176988"/>
                  <a:ext cx="192930" cy="1712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3CB3FC-43D6-4F7C-ADFF-EBA972732E97}"/>
                    </a:ext>
                  </a:extLst>
                </p14:cNvPr>
                <p14:cNvContentPartPr/>
                <p14:nvPr/>
              </p14:nvContentPartPr>
              <p14:xfrm>
                <a:off x="3398550" y="2248743"/>
                <a:ext cx="107609" cy="87836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3CB3FC-43D6-4F7C-ADFF-EBA972732E9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89553" y="2239743"/>
                  <a:ext cx="125244" cy="1054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D8DAA2-ED4E-47B8-B3DA-CA7AF85C00EA}"/>
                    </a:ext>
                  </a:extLst>
                </p14:cNvPr>
                <p14:cNvContentPartPr/>
                <p14:nvPr/>
              </p14:nvContentPartPr>
              <p14:xfrm>
                <a:off x="3434673" y="2244940"/>
                <a:ext cx="30039" cy="111792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D8DAA2-ED4E-47B8-B3DA-CA7AF85C00E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25733" y="2236313"/>
                  <a:ext cx="47562" cy="1294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B6939E4-DB64-4A24-B9BD-6524F9D96A39}"/>
                    </a:ext>
                  </a:extLst>
                </p14:cNvPr>
                <p14:cNvContentPartPr/>
                <p14:nvPr/>
              </p14:nvContentPartPr>
              <p14:xfrm>
                <a:off x="3573082" y="2127064"/>
                <a:ext cx="127002" cy="240315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B6939E4-DB64-4A24-B9BD-6524F9D96A3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564447" y="2118057"/>
                  <a:ext cx="144631" cy="257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2689B3-82A8-42DF-9D36-CE34B09BD138}"/>
                    </a:ext>
                  </a:extLst>
                </p14:cNvPr>
                <p14:cNvContentPartPr/>
                <p14:nvPr/>
              </p14:nvContentPartPr>
              <p14:xfrm>
                <a:off x="3708449" y="2227069"/>
                <a:ext cx="111792" cy="112552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2689B3-82A8-42DF-9D36-CE34B09BD13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99794" y="2218050"/>
                  <a:ext cx="129462" cy="130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422503-1B77-4F12-93A0-2EFC1FF8B13A}"/>
                    </a:ext>
                  </a:extLst>
                </p14:cNvPr>
                <p14:cNvContentPartPr/>
                <p14:nvPr/>
              </p14:nvContentPartPr>
              <p14:xfrm>
                <a:off x="3764345" y="2227829"/>
                <a:ext cx="22054" cy="113693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422503-1B77-4F12-93A0-2EFC1FF8B13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55668" y="2219194"/>
                  <a:ext cx="39770" cy="1313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636BE48-9EAA-43FD-9FEB-E21E58976E1B}"/>
                    </a:ext>
                  </a:extLst>
                </p14:cNvPr>
                <p14:cNvContentPartPr/>
                <p14:nvPr/>
              </p14:nvContentPartPr>
              <p14:xfrm>
                <a:off x="3909979" y="2215661"/>
                <a:ext cx="32701" cy="87836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636BE48-9EAA-43FD-9FEB-E21E58976E1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901259" y="2206661"/>
                  <a:ext cx="50505" cy="1054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7797C34-8952-444A-9176-695ECDA64A84}"/>
                    </a:ext>
                  </a:extLst>
                </p14:cNvPr>
                <p14:cNvContentPartPr/>
                <p14:nvPr/>
              </p14:nvContentPartPr>
              <p14:xfrm>
                <a:off x="3870434" y="2259009"/>
                <a:ext cx="122439" cy="13309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7797C34-8952-444A-9176-695ECDA64A8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861791" y="2250376"/>
                  <a:ext cx="140085" cy="30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925F3B9-8E0D-4501-968B-36B2762566B0}"/>
                    </a:ext>
                  </a:extLst>
                </p14:cNvPr>
                <p14:cNvContentPartPr/>
                <p14:nvPr/>
              </p14:nvContentPartPr>
              <p14:xfrm>
                <a:off x="4011504" y="2158245"/>
                <a:ext cx="144493" cy="163885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925F3B9-8E0D-4501-968B-36B2762566B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002856" y="2149601"/>
                  <a:ext cx="162149" cy="18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DE12CF3-6C8C-47B2-808E-FAD12FD6BF0A}"/>
                    </a:ext>
                  </a:extLst>
                </p14:cNvPr>
                <p14:cNvContentPartPr/>
                <p14:nvPr/>
              </p14:nvContentPartPr>
              <p14:xfrm>
                <a:off x="4143069" y="2078773"/>
                <a:ext cx="165406" cy="285183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DE12CF3-6C8C-47B2-808E-FAD12FD6BF0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34060" y="2069771"/>
                  <a:ext cx="183064" cy="30282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E978EA8-F8C0-418D-9B24-A7634E6126BB}"/>
              </a:ext>
            </a:extLst>
          </p:cNvPr>
          <p:cNvGrpSpPr/>
          <p:nvPr/>
        </p:nvGrpSpPr>
        <p:grpSpPr>
          <a:xfrm>
            <a:off x="5494761" y="2123586"/>
            <a:ext cx="1046814" cy="277199"/>
            <a:chOff x="5494761" y="2123586"/>
            <a:chExt cx="1046814" cy="27719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120313-5844-4732-B046-A4E8101E7695}"/>
                    </a:ext>
                  </a:extLst>
                </p14:cNvPr>
                <p14:cNvContentPartPr/>
                <p14:nvPr/>
              </p14:nvContentPartPr>
              <p14:xfrm>
                <a:off x="5494761" y="2294316"/>
                <a:ext cx="134607" cy="86696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120313-5844-4732-B046-A4E8101E769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85763" y="2285323"/>
                  <a:ext cx="152243" cy="1043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9FAF2E9-309D-4FBF-BFA3-17FEF0276C91}"/>
                    </a:ext>
                  </a:extLst>
                </p14:cNvPr>
                <p14:cNvContentPartPr/>
                <p14:nvPr/>
              </p14:nvContentPartPr>
              <p14:xfrm>
                <a:off x="5552939" y="2259714"/>
                <a:ext cx="42968" cy="136508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9FAF2E9-309D-4FBF-BFA3-17FEF0276C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43987" y="2250710"/>
                  <a:ext cx="60513" cy="1541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2DAFAC-4F0C-49A1-89F1-60F2FDD72B65}"/>
                    </a:ext>
                  </a:extLst>
                </p14:cNvPr>
                <p14:cNvContentPartPr/>
                <p14:nvPr/>
              </p14:nvContentPartPr>
              <p14:xfrm>
                <a:off x="5736597" y="2155907"/>
                <a:ext cx="69585" cy="244878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2DAFAC-4F0C-49A1-89F1-60F2FDD72B6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27583" y="2147264"/>
                  <a:ext cx="87252" cy="2625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1DFAC9-8A64-4BAB-A9A5-CBC587CAEDF9}"/>
                    </a:ext>
                  </a:extLst>
                </p14:cNvPr>
                <p14:cNvContentPartPr/>
                <p14:nvPr/>
              </p14:nvContentPartPr>
              <p14:xfrm>
                <a:off x="5829757" y="2263136"/>
                <a:ext cx="119777" cy="106849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1DFAC9-8A64-4BAB-A9A5-CBC587CAEDF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820738" y="2254142"/>
                  <a:ext cx="137455" cy="1244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9A2986D-0987-4851-86CB-C494CBE96A2C}"/>
                    </a:ext>
                  </a:extLst>
                </p14:cNvPr>
                <p14:cNvContentPartPr/>
                <p14:nvPr/>
              </p14:nvContentPartPr>
              <p14:xfrm>
                <a:off x="5876147" y="2267319"/>
                <a:ext cx="21674" cy="98864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9A2986D-0987-4851-86CB-C494CBE96A2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867477" y="2258691"/>
                  <a:ext cx="39374" cy="1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65F14C-D708-4A9A-9944-F71C4D0F6856}"/>
                    </a:ext>
                  </a:extLst>
                </p14:cNvPr>
                <p14:cNvContentPartPr/>
                <p14:nvPr/>
              </p14:nvContentPartPr>
              <p14:xfrm>
                <a:off x="5955998" y="2222450"/>
                <a:ext cx="93160" cy="60079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65F14C-D708-4A9A-9944-F71C4D0F685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47365" y="2213764"/>
                  <a:ext cx="110785" cy="778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FA092A3-E194-4252-955A-5593B7AC6BE6}"/>
                    </a:ext>
                  </a:extLst>
                </p14:cNvPr>
                <p14:cNvContentPartPr/>
                <p14:nvPr/>
              </p14:nvContentPartPr>
              <p14:xfrm>
                <a:off x="6139276" y="2268079"/>
                <a:ext cx="43728" cy="95061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FA092A3-E194-4252-955A-5593B7AC6BE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30241" y="2259437"/>
                  <a:ext cx="61436" cy="112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A02AC34-450B-49DE-9580-2A9796C71D0C}"/>
                    </a:ext>
                  </a:extLst>
                </p14:cNvPr>
                <p14:cNvContentPartPr/>
                <p14:nvPr/>
              </p14:nvContentPartPr>
              <p14:xfrm>
                <a:off x="6091745" y="2317511"/>
                <a:ext cx="108750" cy="10267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A02AC34-450B-49DE-9580-2A9796C71D0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83103" y="2308344"/>
                  <a:ext cx="126395" cy="282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9D222F3-23B2-46EB-8B01-CDE53E592F9F}"/>
                    </a:ext>
                  </a:extLst>
                </p14:cNvPr>
                <p14:cNvContentPartPr/>
                <p14:nvPr/>
              </p14:nvContentPartPr>
              <p14:xfrm>
                <a:off x="6242322" y="2233097"/>
                <a:ext cx="130044" cy="122819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9D222F3-23B2-46EB-8B01-CDE53E592F9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33676" y="2224093"/>
                  <a:ext cx="147695" cy="1404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963A500-F410-4A86-9598-13B04C6D8DAA}"/>
                    </a:ext>
                  </a:extLst>
                </p14:cNvPr>
                <p14:cNvContentPartPr/>
                <p14:nvPr/>
              </p14:nvContentPartPr>
              <p14:xfrm>
                <a:off x="6335102" y="2123586"/>
                <a:ext cx="206473" cy="269974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963A500-F410-4A86-9598-13B04C6D8DA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326469" y="2114587"/>
                  <a:ext cx="224099" cy="28761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Speech Bubble: Rectangle with Corners Rounded 46">
            <a:extLst>
              <a:ext uri="{FF2B5EF4-FFF2-40B4-BE49-F238E27FC236}">
                <a16:creationId xmlns:a16="http://schemas.microsoft.com/office/drawing/2014/main" id="{E7299F47-1F45-41D5-B5CE-A5D8DFB4A7F0}"/>
              </a:ext>
            </a:extLst>
          </p:cNvPr>
          <p:cNvSpPr/>
          <p:nvPr/>
        </p:nvSpPr>
        <p:spPr>
          <a:xfrm>
            <a:off x="6322807" y="1013428"/>
            <a:ext cx="1293697" cy="838200"/>
          </a:xfrm>
          <a:prstGeom prst="wedgeRoundRectCallout">
            <a:avLst>
              <a:gd name="adj1" fmla="val -49694"/>
              <a:gd name="adj2" fmla="val 67045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i="1" dirty="0">
                <a:solidFill>
                  <a:schemeClr val="tx1"/>
                </a:solidFill>
              </a:rPr>
              <a:t>This is NOT a Diff of SQs because it </a:t>
            </a:r>
            <a:r>
              <a:rPr lang="en-US" sz="1000" i="1" dirty="0"/>
              <a:t>is </a:t>
            </a:r>
            <a:r>
              <a:rPr lang="en-US" sz="1000" i="1" dirty="0">
                <a:solidFill>
                  <a:schemeClr val="tx1"/>
                </a:solidFill>
              </a:rPr>
              <a:t>being added, so no more factoring is possible here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B78DF8C-86F9-4B3A-85B3-FA4D843FA7CA}"/>
              </a:ext>
            </a:extLst>
          </p:cNvPr>
          <p:cNvGrpSpPr/>
          <p:nvPr/>
        </p:nvGrpSpPr>
        <p:grpSpPr>
          <a:xfrm>
            <a:off x="3062464" y="4809697"/>
            <a:ext cx="1406905" cy="290127"/>
            <a:chOff x="3062464" y="4809697"/>
            <a:chExt cx="1406905" cy="29012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A5C58A2-9389-4AA7-AE67-364CC8C76543}"/>
                    </a:ext>
                  </a:extLst>
                </p14:cNvPr>
                <p14:cNvContentPartPr/>
                <p14:nvPr/>
              </p14:nvContentPartPr>
              <p14:xfrm>
                <a:off x="3062464" y="4965217"/>
                <a:ext cx="103807" cy="75288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A5C58A2-9389-4AA7-AE67-364CC8C7654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53813" y="4956571"/>
                  <a:ext cx="121469" cy="929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E5791A-F1A2-418E-90F3-0342696B9CAB}"/>
                    </a:ext>
                  </a:extLst>
                </p14:cNvPr>
                <p14:cNvContentPartPr/>
                <p14:nvPr/>
              </p14:nvContentPartPr>
              <p14:xfrm>
                <a:off x="3169693" y="4926432"/>
                <a:ext cx="40686" cy="162364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E5791A-F1A2-418E-90F3-0342696B9CA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160692" y="4917432"/>
                  <a:ext cx="58329" cy="1800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EC6577B-F1EB-4C93-8BFF-CA105BC3C578}"/>
                    </a:ext>
                  </a:extLst>
                </p14:cNvPr>
                <p14:cNvContentPartPr/>
                <p14:nvPr/>
              </p14:nvContentPartPr>
              <p14:xfrm>
                <a:off x="3301637" y="4863312"/>
                <a:ext cx="33081" cy="23271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EC6577B-F1EB-4C93-8BFF-CA105BC3C57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292549" y="4854666"/>
                  <a:ext cx="50894" cy="2503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D016CF-DC65-42AA-AFB4-CF1E428A39DC}"/>
                    </a:ext>
                  </a:extLst>
                </p14:cNvPr>
                <p14:cNvContentPartPr/>
                <p14:nvPr/>
              </p14:nvContentPartPr>
              <p14:xfrm>
                <a:off x="3387953" y="4961035"/>
                <a:ext cx="103427" cy="123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D016CF-DC65-42AA-AFB4-CF1E428A39D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379304" y="4952412"/>
                  <a:ext cx="121085" cy="1415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FCBCE63-79D3-4AD6-80CD-9EC3802CBBA8}"/>
                    </a:ext>
                  </a:extLst>
                </p14:cNvPr>
                <p14:cNvContentPartPr/>
                <p14:nvPr/>
              </p14:nvContentPartPr>
              <p14:xfrm>
                <a:off x="3415711" y="4962175"/>
                <a:ext cx="42207" cy="119397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FCBCE63-79D3-4AD6-80CD-9EC3802CBBA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406769" y="4953544"/>
                  <a:ext cx="59734" cy="1370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747D8A7-876D-4C52-B3BC-DC98AC5D452B}"/>
                    </a:ext>
                  </a:extLst>
                </p14:cNvPr>
                <p14:cNvContentPartPr/>
                <p14:nvPr/>
              </p14:nvContentPartPr>
              <p14:xfrm>
                <a:off x="3487577" y="4889168"/>
                <a:ext cx="97723" cy="110651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747D8A7-876D-4C52-B3BC-DC98AC5D452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478923" y="4880518"/>
                  <a:ext cx="115392" cy="1283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76F7F7E-47A3-426E-B42F-66E2D7FFE4BD}"/>
                    </a:ext>
                  </a:extLst>
                </p14:cNvPr>
                <p14:cNvContentPartPr/>
                <p14:nvPr/>
              </p14:nvContentPartPr>
              <p14:xfrm>
                <a:off x="3665151" y="4991454"/>
                <a:ext cx="37264" cy="64642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76F7F7E-47A3-426E-B42F-66E2D7FFE4B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56468" y="4982476"/>
                  <a:ext cx="54992" cy="822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C3D8AC0-6A18-422F-9A2E-0CFF2F9DED08}"/>
                    </a:ext>
                  </a:extLst>
                </p14:cNvPr>
                <p14:cNvContentPartPr/>
                <p14:nvPr/>
              </p14:nvContentPartPr>
              <p14:xfrm>
                <a:off x="3630169" y="5029479"/>
                <a:ext cx="102286" cy="7985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C3D8AC0-6A18-422F-9A2E-0CFF2F9DED0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621165" y="5020768"/>
                  <a:ext cx="119934" cy="257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EAA049A-5646-4476-A2C7-6EBDAC37FF26}"/>
                    </a:ext>
                  </a:extLst>
                </p14:cNvPr>
                <p14:cNvContentPartPr/>
                <p14:nvPr/>
              </p14:nvContentPartPr>
              <p14:xfrm>
                <a:off x="3778084" y="4933277"/>
                <a:ext cx="146774" cy="150577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EAA049A-5646-4476-A2C7-6EBDAC37FF2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69429" y="4924631"/>
                  <a:ext cx="164445" cy="168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B7B4202-CF7B-43FD-B7BE-1B1792418A21}"/>
                    </a:ext>
                  </a:extLst>
                </p14:cNvPr>
                <p14:cNvContentPartPr/>
                <p14:nvPr/>
              </p14:nvContentPartPr>
              <p14:xfrm>
                <a:off x="3931322" y="4994496"/>
                <a:ext cx="123960" cy="82513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B7B4202-CF7B-43FD-B7BE-1B1792418A2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22674" y="4985488"/>
                  <a:ext cx="141617" cy="1001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BE93916-E30A-4AD5-9BED-B3964E3F2385}"/>
                    </a:ext>
                  </a:extLst>
                </p14:cNvPr>
                <p14:cNvContentPartPr/>
                <p14:nvPr/>
              </p14:nvContentPartPr>
              <p14:xfrm>
                <a:off x="3942730" y="5007424"/>
                <a:ext cx="46770" cy="75669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BE93916-E30A-4AD5-9BED-B3964E3F238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934096" y="4998416"/>
                  <a:ext cx="64399" cy="93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3BB8089-02A3-4E8A-A9B4-B3BC7C365F1E}"/>
                    </a:ext>
                  </a:extLst>
                </p14:cNvPr>
                <p14:cNvContentPartPr/>
                <p14:nvPr/>
              </p14:nvContentPartPr>
              <p14:xfrm>
                <a:off x="4122966" y="4962175"/>
                <a:ext cx="35743" cy="93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3BB8089-02A3-4E8A-A9B4-B3BC7C365F1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14301" y="4953144"/>
                  <a:ext cx="53434" cy="111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12A3DDB-7F0C-4F5C-B96B-C0D229AF1270}"/>
                    </a:ext>
                  </a:extLst>
                </p14:cNvPr>
                <p14:cNvContentPartPr/>
                <p14:nvPr/>
              </p14:nvContentPartPr>
              <p14:xfrm>
                <a:off x="4086462" y="5007805"/>
                <a:ext cx="87836" cy="8365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12A3DDB-7F0C-4F5C-B96B-C0D229AF127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077822" y="4999091"/>
                  <a:ext cx="105475" cy="254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CCF2E88-3B1E-48AF-BC53-C95390C43EED}"/>
                    </a:ext>
                  </a:extLst>
                </p14:cNvPr>
                <p14:cNvContentPartPr/>
                <p14:nvPr/>
              </p14:nvContentPartPr>
              <p14:xfrm>
                <a:off x="4187607" y="4901336"/>
                <a:ext cx="136888" cy="153619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CCF2E88-3B1E-48AF-BC53-C95390C43EE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178601" y="4892342"/>
                  <a:ext cx="154539" cy="1712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3D02415-C383-4430-A18D-6D3E1AE40978}"/>
                    </a:ext>
                  </a:extLst>
                </p14:cNvPr>
                <p14:cNvContentPartPr/>
                <p14:nvPr/>
              </p14:nvContentPartPr>
              <p14:xfrm>
                <a:off x="4301681" y="4809697"/>
                <a:ext cx="167688" cy="290127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3D02415-C383-4430-A18D-6D3E1AE4097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293045" y="4801058"/>
                  <a:ext cx="185320" cy="30776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BDB746C-F6B3-46A7-BB65-3B5CF2A94DEE}"/>
              </a:ext>
            </a:extLst>
          </p:cNvPr>
          <p:cNvGrpSpPr/>
          <p:nvPr/>
        </p:nvGrpSpPr>
        <p:grpSpPr>
          <a:xfrm>
            <a:off x="5510985" y="4899942"/>
            <a:ext cx="1522119" cy="374921"/>
            <a:chOff x="5510985" y="4899942"/>
            <a:chExt cx="1522119" cy="37492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22A981E-7B57-4BAD-B852-AD1AC46AB6C1}"/>
                    </a:ext>
                  </a:extLst>
                </p14:cNvPr>
                <p14:cNvContentPartPr/>
                <p14:nvPr/>
              </p14:nvContentPartPr>
              <p14:xfrm>
                <a:off x="5510985" y="4987398"/>
                <a:ext cx="188221" cy="184799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22A981E-7B57-4BAD-B852-AD1AC46AB6C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501988" y="4978392"/>
                  <a:ext cx="205855" cy="202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59C90E7-E07F-4601-878C-907DE9EC1836}"/>
                    </a:ext>
                  </a:extLst>
                </p14:cNvPr>
                <p14:cNvContentPartPr/>
                <p14:nvPr/>
              </p14:nvContentPartPr>
              <p14:xfrm>
                <a:off x="5719739" y="5048237"/>
                <a:ext cx="100385" cy="98483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59C90E7-E07F-4601-878C-907DE9EC183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711104" y="5039579"/>
                  <a:ext cx="118015" cy="1161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F01A14B-C239-4B29-8EDB-268D8334F151}"/>
                    </a:ext>
                  </a:extLst>
                </p14:cNvPr>
                <p14:cNvContentPartPr/>
                <p14:nvPr/>
              </p14:nvContentPartPr>
              <p14:xfrm>
                <a:off x="5754342" y="5053181"/>
                <a:ext cx="43348" cy="87836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F01A14B-C239-4B29-8EDB-268D8334F15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45672" y="5044181"/>
                  <a:ext cx="61048" cy="1054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1C57000-DDA8-4EEC-AE5D-24713A969077}"/>
                    </a:ext>
                  </a:extLst>
                </p14:cNvPr>
                <p14:cNvContentPartPr/>
                <p14:nvPr/>
              </p14:nvContentPartPr>
              <p14:xfrm>
                <a:off x="5840657" y="5066489"/>
                <a:ext cx="154379" cy="160463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1C57000-DDA8-4EEC-AE5D-24713A96907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831661" y="5057854"/>
                  <a:ext cx="172012" cy="1780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6C79419-CCEA-470F-B0F0-73E3D966D116}"/>
                    </a:ext>
                  </a:extLst>
                </p14:cNvPr>
                <p14:cNvContentPartPr/>
                <p14:nvPr/>
              </p14:nvContentPartPr>
              <p14:xfrm>
                <a:off x="6095041" y="4930742"/>
                <a:ext cx="56276" cy="259327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6C79419-CCEA-470F-B0F0-73E3D966D11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86383" y="4921738"/>
                  <a:ext cx="73952" cy="2769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1B0F90A-CC78-47AD-B4B8-CFA6698AF022}"/>
                    </a:ext>
                  </a:extLst>
                </p14:cNvPr>
                <p14:cNvContentPartPr/>
                <p14:nvPr/>
              </p14:nvContentPartPr>
              <p14:xfrm>
                <a:off x="6142951" y="5066869"/>
                <a:ext cx="120918" cy="98864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1B0F90A-CC78-47AD-B4B8-CFA6698AF02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133927" y="5057881"/>
                  <a:ext cx="138605" cy="1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4F6036C-2F08-4982-B5BB-ECD0A30659C1}"/>
                    </a:ext>
                  </a:extLst>
                </p14:cNvPr>
                <p14:cNvContentPartPr/>
                <p14:nvPr/>
              </p14:nvContentPartPr>
              <p14:xfrm>
                <a:off x="6170329" y="5074094"/>
                <a:ext cx="55135" cy="110651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4F6036C-2F08-4982-B5BB-ECD0A30659C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161680" y="5065083"/>
                  <a:ext cx="72793" cy="1283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807FE1B-CBDD-42F0-BC55-1B38A113825A}"/>
                    </a:ext>
                  </a:extLst>
                </p14:cNvPr>
                <p14:cNvContentPartPr/>
                <p14:nvPr/>
              </p14:nvContentPartPr>
              <p14:xfrm>
                <a:off x="6240674" y="5010593"/>
                <a:ext cx="82133" cy="73007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807FE1B-CBDD-42F0-BC55-1B38A113825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231668" y="5001602"/>
                  <a:ext cx="99784" cy="906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AEE667F-8D3B-4159-B419-7890926E9E6B}"/>
                    </a:ext>
                  </a:extLst>
                </p14:cNvPr>
                <p14:cNvContentPartPr/>
                <p14:nvPr/>
              </p14:nvContentPartPr>
              <p14:xfrm>
                <a:off x="6314442" y="5097669"/>
                <a:ext cx="188221" cy="177194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AEE667F-8D3B-4159-B419-7890926E9E6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305805" y="5089025"/>
                  <a:ext cx="205855" cy="1948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8529224-471F-400F-9ADB-154F174E069F}"/>
                    </a:ext>
                  </a:extLst>
                </p14:cNvPr>
                <p14:cNvContentPartPr/>
                <p14:nvPr/>
              </p14:nvContentPartPr>
              <p14:xfrm>
                <a:off x="6603047" y="5092346"/>
                <a:ext cx="23955" cy="72627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8529224-471F-400F-9ADB-154F174E069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94109" y="5083717"/>
                  <a:ext cx="41474" cy="902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1F9433B-93F8-4C6D-A6C8-EB02EF210249}"/>
                    </a:ext>
                  </a:extLst>
                </p14:cNvPr>
                <p14:cNvContentPartPr/>
                <p14:nvPr/>
              </p14:nvContentPartPr>
              <p14:xfrm>
                <a:off x="6580993" y="5133032"/>
                <a:ext cx="94681" cy="10647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1F9433B-93F8-4C6D-A6C8-EB02EF21024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572353" y="5124221"/>
                  <a:ext cx="112321" cy="286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FCB9EF4-0929-4951-9FCA-E6A910B52DBF}"/>
                    </a:ext>
                  </a:extLst>
                </p14:cNvPr>
                <p14:cNvContentPartPr/>
                <p14:nvPr/>
              </p14:nvContentPartPr>
              <p14:xfrm>
                <a:off x="6749442" y="5014015"/>
                <a:ext cx="142972" cy="204191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FCB9EF4-0929-4951-9FCA-E6A910B52DB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40439" y="5005012"/>
                  <a:ext cx="160618" cy="2218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3101647-AE05-413F-AE04-6E976F9560F5}"/>
                    </a:ext>
                  </a:extLst>
                </p14:cNvPr>
                <p14:cNvContentPartPr/>
                <p14:nvPr/>
              </p14:nvContentPartPr>
              <p14:xfrm>
                <a:off x="6881386" y="4899942"/>
                <a:ext cx="151718" cy="328531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3101647-AE05-413F-AE04-6E976F9560F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872737" y="4890936"/>
                  <a:ext cx="169376" cy="34618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7612A883-0F03-45AD-9CED-6B3327C88D62}"/>
              </a:ext>
            </a:extLst>
          </p:cNvPr>
          <p:cNvGrpSpPr/>
          <p:nvPr/>
        </p:nvGrpSpPr>
        <p:grpSpPr>
          <a:xfrm>
            <a:off x="785472" y="7574937"/>
            <a:ext cx="1500064" cy="330813"/>
            <a:chOff x="785472" y="7574937"/>
            <a:chExt cx="1500064" cy="33081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5ED26F7-CCD8-4C4D-B1FF-53B7A70E1BDC}"/>
                    </a:ext>
                  </a:extLst>
                </p14:cNvPr>
                <p14:cNvContentPartPr/>
                <p14:nvPr/>
              </p14:nvContentPartPr>
              <p14:xfrm>
                <a:off x="785472" y="7653648"/>
                <a:ext cx="36503" cy="111031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5ED26F7-CCD8-4C4D-B1FF-53B7A70E1BD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6883" y="7644996"/>
                  <a:ext cx="54039" cy="128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23B1312-5390-4CA3-A83F-5C6FD836AE39}"/>
                    </a:ext>
                  </a:extLst>
                </p14:cNvPr>
                <p14:cNvContentPartPr/>
                <p14:nvPr/>
              </p14:nvContentPartPr>
              <p14:xfrm>
                <a:off x="867224" y="7613342"/>
                <a:ext cx="66923" cy="155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23B1312-5390-4CA3-A83F-5C6FD836AE3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58229" y="7604702"/>
                  <a:ext cx="84553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1CCD508-FD1C-425A-9B61-F3AE38C39CA5}"/>
                    </a:ext>
                  </a:extLst>
                </p14:cNvPr>
                <p14:cNvContentPartPr/>
                <p14:nvPr/>
              </p14:nvContentPartPr>
              <p14:xfrm>
                <a:off x="1003352" y="7705361"/>
                <a:ext cx="70345" cy="74148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1CCD508-FD1C-425A-9B61-F3AE38C39CA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94379" y="7696319"/>
                  <a:ext cx="87931" cy="918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52C6A42-7AEE-40C4-80DF-766DD9A50E25}"/>
                    </a:ext>
                  </a:extLst>
                </p14:cNvPr>
                <p14:cNvContentPartPr/>
                <p14:nvPr/>
              </p14:nvContentPartPr>
              <p14:xfrm>
                <a:off x="1038334" y="7717909"/>
                <a:ext cx="28899" cy="66923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52C6A42-7AEE-40C4-80DF-766DD9A50E2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29664" y="7709274"/>
                  <a:ext cx="46600" cy="845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7376E9F-E0FB-4ADD-A77F-0E3D1051D400}"/>
                    </a:ext>
                  </a:extLst>
                </p14:cNvPr>
                <p14:cNvContentPartPr/>
                <p14:nvPr/>
              </p14:nvContentPartPr>
              <p14:xfrm>
                <a:off x="1102215" y="7708783"/>
                <a:ext cx="161984" cy="154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7376E9F-E0FB-4ADD-A77F-0E3D1051D40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93216" y="7699785"/>
                  <a:ext cx="179622" cy="1723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C1E4A5F-4BDB-495D-AE18-B831C35AB75F}"/>
                    </a:ext>
                  </a:extLst>
                </p14:cNvPr>
                <p14:cNvContentPartPr/>
                <p14:nvPr/>
              </p14:nvContentPartPr>
              <p14:xfrm>
                <a:off x="1322757" y="7593189"/>
                <a:ext cx="72246" cy="232329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C1E4A5F-4BDB-495D-AE18-B831C35AB75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313771" y="7584198"/>
                  <a:ext cx="89858" cy="2499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7C0B611-90A7-43B6-936B-B5C1D1FD75BB}"/>
                    </a:ext>
                  </a:extLst>
                </p14:cNvPr>
                <p14:cNvContentPartPr/>
                <p14:nvPr/>
              </p14:nvContentPartPr>
              <p14:xfrm>
                <a:off x="1463448" y="7723993"/>
                <a:ext cx="120538" cy="147155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7C0B611-90A7-43B6-936B-B5C1D1FD75B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454787" y="7715358"/>
                  <a:ext cx="138222" cy="164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1A57F8B-CF88-48B9-A405-9CACFB165AEC}"/>
                    </a:ext>
                  </a:extLst>
                </p14:cNvPr>
                <p14:cNvContentPartPr/>
                <p14:nvPr/>
              </p14:nvContentPartPr>
              <p14:xfrm>
                <a:off x="1663836" y="7731218"/>
                <a:ext cx="36884" cy="79851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1A57F8B-CF88-48B9-A405-9CACFB165AE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655242" y="7722585"/>
                  <a:ext cx="54431" cy="974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A63F5E1-F514-40B2-9BF1-6B367DC593A3}"/>
                    </a:ext>
                  </a:extLst>
                </p14:cNvPr>
                <p14:cNvContentPartPr/>
                <p14:nvPr/>
              </p14:nvContentPartPr>
              <p14:xfrm>
                <a:off x="1636079" y="7779509"/>
                <a:ext cx="103427" cy="4183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A63F5E1-F514-40B2-9BF1-6B367DC593A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627430" y="7770382"/>
                  <a:ext cx="121085" cy="22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662F99E-1D60-41A6-9A21-6250E203D8A4}"/>
                    </a:ext>
                  </a:extLst>
                </p14:cNvPr>
                <p14:cNvContentPartPr/>
                <p14:nvPr/>
              </p14:nvContentPartPr>
              <p14:xfrm>
                <a:off x="1830384" y="7703460"/>
                <a:ext cx="41447" cy="123579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662F99E-1D60-41A6-9A21-6250E203D8A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821734" y="7694813"/>
                  <a:ext cx="59107" cy="1412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D74BD17-A6F1-41FC-8811-23B295F74C0E}"/>
                    </a:ext>
                  </a:extLst>
                </p14:cNvPr>
                <p14:cNvContentPartPr/>
                <p14:nvPr/>
              </p14:nvContentPartPr>
              <p14:xfrm>
                <a:off x="1882097" y="7685969"/>
                <a:ext cx="65402" cy="132705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D74BD17-A6F1-41FC-8811-23B295F74C0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873425" y="7676978"/>
                  <a:ext cx="83108" cy="1503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7AC30D2-3223-4600-B7D8-90D8FF8BFC93}"/>
                    </a:ext>
                  </a:extLst>
                </p14:cNvPr>
                <p14:cNvContentPartPr/>
                <p14:nvPr/>
              </p14:nvContentPartPr>
              <p14:xfrm>
                <a:off x="1965751" y="7744146"/>
                <a:ext cx="96202" cy="104948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7AC30D2-3223-4600-B7D8-90D8FF8BFC9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957104" y="7735130"/>
                  <a:ext cx="113857" cy="122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A9024F6-E31B-4C27-911B-8E11BC42FD01}"/>
                    </a:ext>
                  </a:extLst>
                </p14:cNvPr>
                <p14:cNvContentPartPr/>
                <p14:nvPr/>
              </p14:nvContentPartPr>
              <p14:xfrm>
                <a:off x="1984763" y="7749469"/>
                <a:ext cx="28138" cy="88977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A9024F6-E31B-4C27-911B-8E11BC42FD0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976105" y="7740463"/>
                  <a:ext cx="45814" cy="106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D611AB0-03FD-404D-8CFD-04A829195B3C}"/>
                    </a:ext>
                  </a:extLst>
                </p14:cNvPr>
                <p14:cNvContentPartPr/>
                <p14:nvPr/>
              </p14:nvContentPartPr>
              <p14:xfrm>
                <a:off x="2044842" y="7723233"/>
                <a:ext cx="74528" cy="55896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D611AB0-03FD-404D-8CFD-04A829195B3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036201" y="7714275"/>
                  <a:ext cx="92170" cy="73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D6BF1B2-740E-4C88-A4A1-FEBA7853B8D3}"/>
                    </a:ext>
                  </a:extLst>
                </p14:cNvPr>
                <p14:cNvContentPartPr/>
                <p14:nvPr/>
              </p14:nvContentPartPr>
              <p14:xfrm>
                <a:off x="2088570" y="7711065"/>
                <a:ext cx="28138" cy="92399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D6BF1B2-740E-4C88-A4A1-FEBA7853B8D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079912" y="7702077"/>
                  <a:ext cx="45814" cy="1100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F9C314A-499C-46AB-9585-CAD42FC7ED48}"/>
                    </a:ext>
                  </a:extLst>
                </p14:cNvPr>
                <p14:cNvContentPartPr/>
                <p14:nvPr/>
              </p14:nvContentPartPr>
              <p14:xfrm>
                <a:off x="2065755" y="7574937"/>
                <a:ext cx="219781" cy="330813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F9C314A-499C-46AB-9585-CAD42FC7ED4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056748" y="7566298"/>
                  <a:ext cx="237436" cy="34845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7B167D5-019F-45AE-AEEB-AE29F5F6ABA0}"/>
              </a:ext>
            </a:extLst>
          </p:cNvPr>
          <p:cNvGrpSpPr/>
          <p:nvPr/>
        </p:nvGrpSpPr>
        <p:grpSpPr>
          <a:xfrm>
            <a:off x="605258" y="4836424"/>
            <a:ext cx="1590480" cy="342000"/>
            <a:chOff x="651175" y="4595591"/>
            <a:chExt cx="159048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CE88A60-CA58-44B3-95E5-877E1E84F300}"/>
                    </a:ext>
                  </a:extLst>
                </p14:cNvPr>
                <p14:cNvContentPartPr/>
                <p14:nvPr/>
              </p14:nvContentPartPr>
              <p14:xfrm>
                <a:off x="651175" y="4691351"/>
                <a:ext cx="92160" cy="189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CE88A60-CA58-44B3-95E5-877E1E84F30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42535" y="4682351"/>
                  <a:ext cx="109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3DDD683-6A75-4C1A-B3B1-B61C82E1EBB8}"/>
                    </a:ext>
                  </a:extLst>
                </p14:cNvPr>
                <p14:cNvContentPartPr/>
                <p14:nvPr/>
              </p14:nvContentPartPr>
              <p14:xfrm>
                <a:off x="771055" y="4805471"/>
                <a:ext cx="88560" cy="709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3DDD683-6A75-4C1A-B3B1-B61C82E1EBB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62055" y="4796471"/>
                  <a:ext cx="106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44FB5CE-DB90-4910-BB7F-5DE76050F3C9}"/>
                    </a:ext>
                  </a:extLst>
                </p14:cNvPr>
                <p14:cNvContentPartPr/>
                <p14:nvPr/>
              </p14:nvContentPartPr>
              <p14:xfrm>
                <a:off x="805975" y="4815551"/>
                <a:ext cx="6120" cy="64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44FB5CE-DB90-4910-BB7F-5DE76050F3C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96975" y="4806911"/>
                  <a:ext cx="23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FF04F00-A7ED-44B7-B5EC-78A9A21838AE}"/>
                    </a:ext>
                  </a:extLst>
                </p14:cNvPr>
                <p14:cNvContentPartPr/>
                <p14:nvPr/>
              </p14:nvContentPartPr>
              <p14:xfrm>
                <a:off x="955375" y="4647431"/>
                <a:ext cx="104040" cy="246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FF04F00-A7ED-44B7-B5EC-78A9A21838A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46735" y="4638791"/>
                  <a:ext cx="1216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F8C48A4-FA9B-47FB-B72F-BE190B616A7C}"/>
                    </a:ext>
                  </a:extLst>
                </p14:cNvPr>
                <p14:cNvContentPartPr/>
                <p14:nvPr/>
              </p14:nvContentPartPr>
              <p14:xfrm>
                <a:off x="1078855" y="4714031"/>
                <a:ext cx="163080" cy="150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F8C48A4-FA9B-47FB-B72F-BE190B616A7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69855" y="4705031"/>
                  <a:ext cx="180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D8F0B38-8C28-463A-9146-A848C48F7119}"/>
                    </a:ext>
                  </a:extLst>
                </p14:cNvPr>
                <p14:cNvContentPartPr/>
                <p14:nvPr/>
              </p14:nvContentPartPr>
              <p14:xfrm>
                <a:off x="1217455" y="4784231"/>
                <a:ext cx="88920" cy="74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D8F0B38-8C28-463A-9146-A848C48F711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208815" y="4775591"/>
                  <a:ext cx="106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3D60C5E-40E2-4F67-BAF8-0F6AE130D638}"/>
                    </a:ext>
                  </a:extLst>
                </p14:cNvPr>
                <p14:cNvContentPartPr/>
                <p14:nvPr/>
              </p14:nvContentPartPr>
              <p14:xfrm>
                <a:off x="1258855" y="4781351"/>
                <a:ext cx="18360" cy="73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3D60C5E-40E2-4F67-BAF8-0F6AE130D63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250215" y="4772351"/>
                  <a:ext cx="360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7466E10-9E67-4872-9E1A-E0493A1EB5C6}"/>
                    </a:ext>
                  </a:extLst>
                </p14:cNvPr>
                <p14:cNvContentPartPr/>
                <p14:nvPr/>
              </p14:nvContentPartPr>
              <p14:xfrm>
                <a:off x="1307455" y="4764071"/>
                <a:ext cx="55800" cy="47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7466E10-9E67-4872-9E1A-E0493A1EB5C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298815" y="4755071"/>
                  <a:ext cx="73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9B6D81D-719E-4118-B3A4-AA2DC3FAA94C}"/>
                    </a:ext>
                  </a:extLst>
                </p14:cNvPr>
                <p14:cNvContentPartPr/>
                <p14:nvPr/>
              </p14:nvContentPartPr>
              <p14:xfrm>
                <a:off x="1359295" y="4753271"/>
                <a:ext cx="24120" cy="86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9B6D81D-719E-4118-B3A4-AA2DC3FAA94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350295" y="4744631"/>
                  <a:ext cx="41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00ECAE1-C880-42FF-830D-26BC120422E0}"/>
                    </a:ext>
                  </a:extLst>
                </p14:cNvPr>
                <p14:cNvContentPartPr/>
                <p14:nvPr/>
              </p14:nvContentPartPr>
              <p14:xfrm>
                <a:off x="1480255" y="4762271"/>
                <a:ext cx="23760" cy="788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00ECAE1-C880-42FF-830D-26BC120422E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471615" y="4753631"/>
                  <a:ext cx="41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1BB68A7-266D-44B2-9FCE-DBDE7A17F402}"/>
                    </a:ext>
                  </a:extLst>
                </p14:cNvPr>
                <p14:cNvContentPartPr/>
                <p14:nvPr/>
              </p14:nvContentPartPr>
              <p14:xfrm>
                <a:off x="1462255" y="4798991"/>
                <a:ext cx="68040" cy="15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1BB68A7-266D-44B2-9FCE-DBDE7A17F40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453255" y="4790351"/>
                  <a:ext cx="856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911EE86-3244-4A40-8207-9B854F3EA9E3}"/>
                    </a:ext>
                  </a:extLst>
                </p14:cNvPr>
                <p14:cNvContentPartPr/>
                <p14:nvPr/>
              </p14:nvContentPartPr>
              <p14:xfrm>
                <a:off x="1514815" y="4713671"/>
                <a:ext cx="158040" cy="1508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911EE86-3244-4A40-8207-9B854F3EA9E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506175" y="4704671"/>
                  <a:ext cx="1756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0AF7654-B93E-47D2-87DB-3FAAD5CC3678}"/>
                    </a:ext>
                  </a:extLst>
                </p14:cNvPr>
                <p14:cNvContentPartPr/>
                <p14:nvPr/>
              </p14:nvContentPartPr>
              <p14:xfrm>
                <a:off x="1683295" y="4770551"/>
                <a:ext cx="83880" cy="946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0AF7654-B93E-47D2-87DB-3FAAD5CC367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674655" y="4761551"/>
                  <a:ext cx="101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2A4B153-9D63-4901-874D-EC7B7AF79E9B}"/>
                    </a:ext>
                  </a:extLst>
                </p14:cNvPr>
                <p14:cNvContentPartPr/>
                <p14:nvPr/>
              </p14:nvContentPartPr>
              <p14:xfrm>
                <a:off x="1706695" y="4788911"/>
                <a:ext cx="30600" cy="878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2A4B153-9D63-4901-874D-EC7B7AF79E9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697695" y="4779911"/>
                  <a:ext cx="482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AD41043-929A-4C29-AB29-67B162DA560A}"/>
                    </a:ext>
                  </a:extLst>
                </p14:cNvPr>
                <p14:cNvContentPartPr/>
                <p14:nvPr/>
              </p14:nvContentPartPr>
              <p14:xfrm>
                <a:off x="1843495" y="4759751"/>
                <a:ext cx="35280" cy="820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AD41043-929A-4C29-AB29-67B162DA560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834855" y="4751111"/>
                  <a:ext cx="52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C8B6EC0-FADC-49C3-885F-C6A1BF63D549}"/>
                    </a:ext>
                  </a:extLst>
                </p14:cNvPr>
                <p14:cNvContentPartPr/>
                <p14:nvPr/>
              </p14:nvContentPartPr>
              <p14:xfrm>
                <a:off x="1818655" y="4804391"/>
                <a:ext cx="102960" cy="61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C8B6EC0-FADC-49C3-885F-C6A1BF63D54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810015" y="4795751"/>
                  <a:ext cx="1206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0085DB9-68D6-42CC-80B4-EEDF3493CB6E}"/>
                    </a:ext>
                  </a:extLst>
                </p14:cNvPr>
                <p14:cNvContentPartPr/>
                <p14:nvPr/>
              </p14:nvContentPartPr>
              <p14:xfrm>
                <a:off x="1954015" y="4732751"/>
                <a:ext cx="146520" cy="142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0085DB9-68D6-42CC-80B4-EEDF3493CB6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945375" y="4723751"/>
                  <a:ext cx="164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F05CAD6-3149-4119-A0AD-BAD8B9F28E7B}"/>
                    </a:ext>
                  </a:extLst>
                </p14:cNvPr>
                <p14:cNvContentPartPr/>
                <p14:nvPr/>
              </p14:nvContentPartPr>
              <p14:xfrm>
                <a:off x="2010535" y="4595591"/>
                <a:ext cx="231120" cy="342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F05CAD6-3149-4119-A0AD-BAD8B9F28E7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001895" y="4586591"/>
                  <a:ext cx="248760" cy="35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6677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01DDDC-AE22-40C6-98CF-573D0D1E5B82}"/>
              </a:ext>
            </a:extLst>
          </p:cNvPr>
          <p:cNvSpPr/>
          <p:nvPr/>
        </p:nvSpPr>
        <p:spPr>
          <a:xfrm>
            <a:off x="-20247429" y="-1273628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1DA1A6-BCFE-4189-B558-7BF862B9CED3}"/>
              </a:ext>
            </a:extLst>
          </p:cNvPr>
          <p:cNvSpPr/>
          <p:nvPr/>
        </p:nvSpPr>
        <p:spPr>
          <a:xfrm>
            <a:off x="14717485" y="2026919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mage result for sat test">
            <a:extLst>
              <a:ext uri="{FF2B5EF4-FFF2-40B4-BE49-F238E27FC236}">
                <a16:creationId xmlns:a16="http://schemas.microsoft.com/office/drawing/2014/main" id="{FC30F1D8-CE60-4DDB-A002-2D912FAEB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438" y="5889356"/>
            <a:ext cx="958215" cy="95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788F66-AC88-4DA5-B879-ECE61CEE1BD7}"/>
                  </a:ext>
                </a:extLst>
              </p:cNvPr>
              <p:cNvSpPr txBox="1"/>
              <p:nvPr/>
            </p:nvSpPr>
            <p:spPr>
              <a:xfrm>
                <a:off x="5542077" y="924379"/>
                <a:ext cx="58445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788F66-AC88-4DA5-B879-ECE61CEE1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077" y="924379"/>
                <a:ext cx="584455" cy="169277"/>
              </a:xfrm>
              <a:prstGeom prst="rect">
                <a:avLst/>
              </a:prstGeom>
              <a:blipFill>
                <a:blip r:embed="rId3"/>
                <a:stretch>
                  <a:fillRect l="-5208" t="-3704" r="-520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65756-D12F-49B5-9956-56151FBAFDB0}"/>
                  </a:ext>
                </a:extLst>
              </p:cNvPr>
              <p:cNvSpPr txBox="1"/>
              <p:nvPr/>
            </p:nvSpPr>
            <p:spPr>
              <a:xfrm>
                <a:off x="3234477" y="924380"/>
                <a:ext cx="58445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−144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65756-D12F-49B5-9956-56151FBAF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77" y="924380"/>
                <a:ext cx="584455" cy="169277"/>
              </a:xfrm>
              <a:prstGeom prst="rect">
                <a:avLst/>
              </a:prstGeom>
              <a:blipFill>
                <a:blip r:embed="rId4"/>
                <a:stretch>
                  <a:fillRect l="-3158" t="-3704" r="-736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C35167-39DE-4EA9-8B34-784C9B767D95}"/>
                  </a:ext>
                </a:extLst>
              </p:cNvPr>
              <p:cNvSpPr txBox="1"/>
              <p:nvPr/>
            </p:nvSpPr>
            <p:spPr>
              <a:xfrm>
                <a:off x="901423" y="899947"/>
                <a:ext cx="50828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−16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C35167-39DE-4EA9-8B34-784C9B767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23" y="899947"/>
                <a:ext cx="508281" cy="169277"/>
              </a:xfrm>
              <a:prstGeom prst="rect">
                <a:avLst/>
              </a:prstGeom>
              <a:blipFill>
                <a:blip r:embed="rId5"/>
                <a:stretch>
                  <a:fillRect l="-7229" t="-3704" r="-7229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93A55B-DA80-4ACE-A2EA-7832315BA849}"/>
                  </a:ext>
                </a:extLst>
              </p:cNvPr>
              <p:cNvSpPr txBox="1"/>
              <p:nvPr/>
            </p:nvSpPr>
            <p:spPr>
              <a:xfrm>
                <a:off x="1005997" y="6091898"/>
                <a:ext cx="58445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−50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93A55B-DA80-4ACE-A2EA-7832315BA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97" y="6091898"/>
                <a:ext cx="584455" cy="169277"/>
              </a:xfrm>
              <a:prstGeom prst="rect">
                <a:avLst/>
              </a:prstGeom>
              <a:blipFill>
                <a:blip r:embed="rId6"/>
                <a:stretch>
                  <a:fillRect l="-5208" r="-6250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4B8DEF-081F-4092-A20C-C9F29AD04226}"/>
                  </a:ext>
                </a:extLst>
              </p:cNvPr>
              <p:cNvSpPr txBox="1"/>
              <p:nvPr/>
            </p:nvSpPr>
            <p:spPr>
              <a:xfrm>
                <a:off x="927450" y="3467215"/>
                <a:ext cx="74155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−100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4B8DEF-081F-4092-A20C-C9F29AD04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50" y="3467215"/>
                <a:ext cx="741550" cy="169277"/>
              </a:xfrm>
              <a:prstGeom prst="rect">
                <a:avLst/>
              </a:prstGeom>
              <a:blipFill>
                <a:blip r:embed="rId7"/>
                <a:stretch>
                  <a:fillRect l="-4098" r="-4098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B6443F-683D-4CE0-94AC-2B42DC2DB959}"/>
                  </a:ext>
                </a:extLst>
              </p:cNvPr>
              <p:cNvSpPr txBox="1"/>
              <p:nvPr/>
            </p:nvSpPr>
            <p:spPr>
              <a:xfrm>
                <a:off x="3316867" y="3467213"/>
                <a:ext cx="58682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−49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B6443F-683D-4CE0-94AC-2B42DC2DB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867" y="3467213"/>
                <a:ext cx="586827" cy="169277"/>
              </a:xfrm>
              <a:prstGeom prst="rect">
                <a:avLst/>
              </a:prstGeom>
              <a:blipFill>
                <a:blip r:embed="rId8"/>
                <a:stretch>
                  <a:fillRect l="-5208" r="-625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FA2FB6-5BBC-42B9-B0CE-CBCF0B3B68F2}"/>
                  </a:ext>
                </a:extLst>
              </p:cNvPr>
              <p:cNvSpPr txBox="1"/>
              <p:nvPr/>
            </p:nvSpPr>
            <p:spPr>
              <a:xfrm>
                <a:off x="5542077" y="3467214"/>
                <a:ext cx="81124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81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−36</m:t>
                      </m:r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FA2FB6-5BBC-42B9-B0CE-CBCF0B3B6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077" y="3467214"/>
                <a:ext cx="811248" cy="169277"/>
              </a:xfrm>
              <a:prstGeom prst="rect">
                <a:avLst/>
              </a:prstGeom>
              <a:blipFill>
                <a:blip r:embed="rId9"/>
                <a:stretch>
                  <a:fillRect l="-3759" r="-2256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91E7310-F329-4C1A-AA0B-A474316D5641}"/>
              </a:ext>
            </a:extLst>
          </p:cNvPr>
          <p:cNvSpPr txBox="1"/>
          <p:nvPr/>
        </p:nvSpPr>
        <p:spPr>
          <a:xfrm>
            <a:off x="493612" y="297595"/>
            <a:ext cx="7090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/>
              <a:t>Simplify each difference of squares. REMEMBER- check to see if you can factor out a GCF as your first step!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12096-1C18-4856-86EC-0F51855DE02C}"/>
              </a:ext>
            </a:extLst>
          </p:cNvPr>
          <p:cNvSpPr txBox="1"/>
          <p:nvPr/>
        </p:nvSpPr>
        <p:spPr>
          <a:xfrm>
            <a:off x="493612" y="853781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8)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972B5D-9EFE-4470-8173-750EF8C0BF07}"/>
              </a:ext>
            </a:extLst>
          </p:cNvPr>
          <p:cNvSpPr txBox="1"/>
          <p:nvPr/>
        </p:nvSpPr>
        <p:spPr>
          <a:xfrm>
            <a:off x="2769634" y="878214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9)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F9E477-58E7-47C3-976C-4661CE7FF06A}"/>
              </a:ext>
            </a:extLst>
          </p:cNvPr>
          <p:cNvSpPr txBox="1"/>
          <p:nvPr/>
        </p:nvSpPr>
        <p:spPr>
          <a:xfrm>
            <a:off x="5005098" y="878214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10)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2900FD-E820-4976-8D49-1AE6848E3AFB}"/>
              </a:ext>
            </a:extLst>
          </p:cNvPr>
          <p:cNvSpPr txBox="1"/>
          <p:nvPr/>
        </p:nvSpPr>
        <p:spPr>
          <a:xfrm>
            <a:off x="493612" y="3421049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11)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97674C-6492-4D63-BC9B-D231002B5FB3}"/>
              </a:ext>
            </a:extLst>
          </p:cNvPr>
          <p:cNvSpPr txBox="1"/>
          <p:nvPr/>
        </p:nvSpPr>
        <p:spPr>
          <a:xfrm>
            <a:off x="2769634" y="3445482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12)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59C26B-0994-46A3-9D1C-036FB8AE0137}"/>
              </a:ext>
            </a:extLst>
          </p:cNvPr>
          <p:cNvSpPr txBox="1"/>
          <p:nvPr/>
        </p:nvSpPr>
        <p:spPr>
          <a:xfrm>
            <a:off x="5005098" y="3445482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13)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144F2B-5728-4B94-87B3-469EBFCBAE7B}"/>
              </a:ext>
            </a:extLst>
          </p:cNvPr>
          <p:cNvSpPr txBox="1"/>
          <p:nvPr/>
        </p:nvSpPr>
        <p:spPr>
          <a:xfrm>
            <a:off x="493612" y="6041661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14)</a:t>
            </a:r>
            <a:endParaRPr lang="en-US" b="1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C4A43A8-E980-4C2D-B59D-D87A18B7993A}"/>
              </a:ext>
            </a:extLst>
          </p:cNvPr>
          <p:cNvGrpSpPr/>
          <p:nvPr/>
        </p:nvGrpSpPr>
        <p:grpSpPr>
          <a:xfrm>
            <a:off x="613920" y="1156800"/>
            <a:ext cx="1413778" cy="301476"/>
            <a:chOff x="613920" y="1156800"/>
            <a:chExt cx="1413778" cy="30147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94DBCD1-F0F3-45A2-AB05-B3AD0171D17C}"/>
                    </a:ext>
                  </a:extLst>
                </p14:cNvPr>
                <p14:cNvContentPartPr/>
                <p14:nvPr/>
              </p14:nvContentPartPr>
              <p14:xfrm>
                <a:off x="674817" y="1275586"/>
                <a:ext cx="193591" cy="172916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94DBCD1-F0F3-45A2-AB05-B3AD0171D17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6181" y="1266958"/>
                  <a:ext cx="211223" cy="1905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2A5F93-AF82-4BFA-9AA0-F79BE3454BD1}"/>
                    </a:ext>
                  </a:extLst>
                </p14:cNvPr>
                <p14:cNvContentPartPr/>
                <p14:nvPr/>
              </p14:nvContentPartPr>
              <p14:xfrm>
                <a:off x="963136" y="1301147"/>
                <a:ext cx="24810" cy="69166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2A5F93-AF82-4BFA-9AA0-F79BE3454BD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4147" y="1292501"/>
                  <a:ext cx="42429" cy="868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4E48758-5FE7-47B8-8EA7-AC596072405F}"/>
                    </a:ext>
                  </a:extLst>
                </p14:cNvPr>
                <p14:cNvContentPartPr/>
                <p14:nvPr/>
              </p14:nvContentPartPr>
              <p14:xfrm>
                <a:off x="932687" y="1322574"/>
                <a:ext cx="88714" cy="21051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4E48758-5FE7-47B8-8EA7-AC59607240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4067" y="1314011"/>
                  <a:ext cx="106313" cy="38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7EA5AC4-8A9A-435C-B6A2-B5FC54ACBD8F}"/>
                    </a:ext>
                  </a:extLst>
                </p14:cNvPr>
                <p14:cNvContentPartPr/>
                <p14:nvPr/>
              </p14:nvContentPartPr>
              <p14:xfrm>
                <a:off x="1061999" y="1298140"/>
                <a:ext cx="77060" cy="43981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7EA5AC4-8A9A-435C-B6A2-B5FC54ACBD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52997" y="1289558"/>
                  <a:ext cx="94705" cy="615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05A5F50-8D9E-40E7-B7E9-725096FF1D42}"/>
                    </a:ext>
                  </a:extLst>
                </p14:cNvPr>
                <p14:cNvContentPartPr/>
                <p14:nvPr/>
              </p14:nvContentPartPr>
              <p14:xfrm>
                <a:off x="1131165" y="1262429"/>
                <a:ext cx="49995" cy="115403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05A5F50-8D9E-40E7-B7E9-725096FF1D4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22173" y="1253774"/>
                  <a:ext cx="67619" cy="1330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59CC812-C9A9-43C2-9423-80BE2599512C}"/>
                    </a:ext>
                  </a:extLst>
                </p14:cNvPr>
                <p14:cNvContentPartPr/>
                <p14:nvPr/>
              </p14:nvContentPartPr>
              <p14:xfrm>
                <a:off x="1149960" y="1176723"/>
                <a:ext cx="159384" cy="257119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59CC812-C9A9-43C2-9423-80BE259951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41325" y="1167720"/>
                  <a:ext cx="177013" cy="2747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5FE4059-CB56-4B78-A624-5FDD823D293D}"/>
                    </a:ext>
                  </a:extLst>
                </p14:cNvPr>
                <p14:cNvContentPartPr/>
                <p14:nvPr/>
              </p14:nvContentPartPr>
              <p14:xfrm>
                <a:off x="613920" y="1156800"/>
                <a:ext cx="128184" cy="29095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5FE4059-CB56-4B78-A624-5FDD823D293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5278" y="1147798"/>
                  <a:ext cx="145827" cy="3085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0AF35B-98E3-4544-B298-22963189635E}"/>
                    </a:ext>
                  </a:extLst>
                </p14:cNvPr>
                <p14:cNvContentPartPr/>
                <p14:nvPr/>
              </p14:nvContentPartPr>
              <p14:xfrm>
                <a:off x="1365730" y="1194015"/>
                <a:ext cx="60145" cy="205244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0AF35B-98E3-4544-B298-2296318963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57086" y="1185388"/>
                  <a:ext cx="77792" cy="222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52CE417-10B0-457C-9F8B-2D4EE1A7D8FF}"/>
                    </a:ext>
                  </a:extLst>
                </p14:cNvPr>
                <p14:cNvContentPartPr/>
                <p14:nvPr/>
              </p14:nvContentPartPr>
              <p14:xfrm>
                <a:off x="1464217" y="1312049"/>
                <a:ext cx="140213" cy="146227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52CE417-10B0-457C-9F8B-2D4EE1A7D8F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55229" y="1303045"/>
                  <a:ext cx="157830" cy="1638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02BCD7-35E3-41C8-B30E-E9C5804BB0C9}"/>
                    </a:ext>
                  </a:extLst>
                </p14:cNvPr>
                <p14:cNvContentPartPr/>
                <p14:nvPr/>
              </p14:nvContentPartPr>
              <p14:xfrm>
                <a:off x="1634878" y="1327837"/>
                <a:ext cx="94728" cy="16916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02BCD7-35E3-41C8-B30E-E9C5804BB0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25908" y="1318644"/>
                  <a:ext cx="112310" cy="34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92F75F-0CEB-421B-8B32-5363649A38E4}"/>
                    </a:ext>
                  </a:extLst>
                </p14:cNvPr>
                <p14:cNvContentPartPr/>
                <p14:nvPr/>
              </p14:nvContentPartPr>
              <p14:xfrm>
                <a:off x="1738251" y="1314304"/>
                <a:ext cx="133070" cy="37215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92F75F-0CEB-421B-8B32-5363649A38E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29596" y="1305358"/>
                  <a:ext cx="150741" cy="547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1925D6-48DE-4CC6-AABB-E1007905C921}"/>
                    </a:ext>
                  </a:extLst>
                </p14:cNvPr>
                <p14:cNvContentPartPr/>
                <p14:nvPr/>
              </p14:nvContentPartPr>
              <p14:xfrm>
                <a:off x="1847640" y="1287991"/>
                <a:ext cx="48116" cy="95104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1925D6-48DE-4CC6-AABB-E1007905C9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38596" y="1278985"/>
                  <a:ext cx="65843" cy="1127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D0717E4-3457-4A8A-B0B7-703DA3B037F3}"/>
                    </a:ext>
                  </a:extLst>
                </p14:cNvPr>
                <p14:cNvContentPartPr/>
                <p14:nvPr/>
              </p14:nvContentPartPr>
              <p14:xfrm>
                <a:off x="1836738" y="1175219"/>
                <a:ext cx="190960" cy="244338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D0717E4-3457-4A8A-B0B7-703DA3B037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28091" y="1166209"/>
                  <a:ext cx="208615" cy="26199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F120016-C95F-4690-84EB-A7C993422F9C}"/>
              </a:ext>
            </a:extLst>
          </p:cNvPr>
          <p:cNvGrpSpPr/>
          <p:nvPr/>
        </p:nvGrpSpPr>
        <p:grpSpPr>
          <a:xfrm>
            <a:off x="3302141" y="1183113"/>
            <a:ext cx="1355513" cy="310498"/>
            <a:chOff x="3302141" y="1183113"/>
            <a:chExt cx="1355513" cy="31049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8D35796-8938-4403-880F-14C963181774}"/>
                    </a:ext>
                  </a:extLst>
                </p14:cNvPr>
                <p14:cNvContentPartPr/>
                <p14:nvPr/>
              </p14:nvContentPartPr>
              <p14:xfrm>
                <a:off x="3333717" y="1315432"/>
                <a:ext cx="143220" cy="129311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8D35796-8938-4403-880F-14C96318177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24721" y="1306787"/>
                  <a:ext cx="160853" cy="146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9AEA44-2762-4E2F-9076-257A1F7F949D}"/>
                    </a:ext>
                  </a:extLst>
                </p14:cNvPr>
                <p14:cNvContentPartPr/>
                <p14:nvPr/>
              </p14:nvContentPartPr>
              <p14:xfrm>
                <a:off x="3410401" y="1319567"/>
                <a:ext cx="28193" cy="126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49AEA44-2762-4E2F-9076-257A1F7F94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01726" y="1310930"/>
                  <a:ext cx="45904" cy="144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52F107-186B-45FB-8BD7-F16FC23A99FA}"/>
                    </a:ext>
                  </a:extLst>
                </p14:cNvPr>
                <p14:cNvContentPartPr/>
                <p14:nvPr/>
              </p14:nvContentPartPr>
              <p14:xfrm>
                <a:off x="3597978" y="1335355"/>
                <a:ext cx="32328" cy="74429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52F107-186B-45FB-8BD7-F16FC23A99F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88998" y="1326726"/>
                  <a:ext cx="49929" cy="920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72AD4C6-832B-4B79-99A7-0FE0D2DB4875}"/>
                    </a:ext>
                  </a:extLst>
                </p14:cNvPr>
                <p14:cNvContentPartPr/>
                <p14:nvPr/>
              </p14:nvContentPartPr>
              <p14:xfrm>
                <a:off x="3582566" y="1355654"/>
                <a:ext cx="61272" cy="13157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72AD4C6-832B-4B79-99A7-0FE0D2DB48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73555" y="1346883"/>
                  <a:ext cx="78933" cy="31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F561A1-8B7D-4420-B255-4ACFFE2D52BD}"/>
                    </a:ext>
                  </a:extLst>
                </p14:cNvPr>
                <p14:cNvContentPartPr/>
                <p14:nvPr/>
              </p14:nvContentPartPr>
              <p14:xfrm>
                <a:off x="3709246" y="1308290"/>
                <a:ext cx="31952" cy="96232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F561A1-8B7D-4420-B255-4ACFFE2D52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00271" y="1299640"/>
                  <a:ext cx="49544" cy="1138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77EB71-1EDF-4BFC-8634-23B4620511D8}"/>
                    </a:ext>
                  </a:extLst>
                </p14:cNvPr>
                <p14:cNvContentPartPr/>
                <p14:nvPr/>
              </p14:nvContentPartPr>
              <p14:xfrm>
                <a:off x="3765256" y="1284232"/>
                <a:ext cx="154873" cy="124425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77EB71-1EDF-4BFC-8634-23B4620511D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56273" y="1275242"/>
                  <a:ext cx="172480" cy="1420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3241AC7-23E4-4CD9-AC7D-2AFD3FA5F26D}"/>
                    </a:ext>
                  </a:extLst>
                </p14:cNvPr>
                <p14:cNvContentPartPr/>
                <p14:nvPr/>
              </p14:nvContentPartPr>
              <p14:xfrm>
                <a:off x="3865246" y="1193639"/>
                <a:ext cx="200357" cy="265013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3241AC7-23E4-4CD9-AC7D-2AFD3FA5F26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56597" y="1184637"/>
                  <a:ext cx="218014" cy="282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C0AC226-61AD-40D9-B5BC-4A64A0546801}"/>
                    </a:ext>
                  </a:extLst>
                </p14:cNvPr>
                <p14:cNvContentPartPr/>
                <p14:nvPr/>
              </p14:nvContentPartPr>
              <p14:xfrm>
                <a:off x="3302141" y="1201909"/>
                <a:ext cx="146227" cy="291702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C0AC226-61AD-40D9-B5BC-4A64A054680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93497" y="1192917"/>
                  <a:ext cx="163875" cy="3093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D0582C3-6E15-4D58-BAE2-65EB13D06BBF}"/>
                    </a:ext>
                  </a:extLst>
                </p14:cNvPr>
                <p14:cNvContentPartPr/>
                <p14:nvPr/>
              </p14:nvContentPartPr>
              <p14:xfrm>
                <a:off x="4051319" y="1184993"/>
                <a:ext cx="81571" cy="258247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D0582C3-6E15-4D58-BAE2-65EB13D06BB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42296" y="1176349"/>
                  <a:ext cx="99257" cy="2758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AE5A6E8-32DF-43AD-9383-17AD0C1992CF}"/>
                    </a:ext>
                  </a:extLst>
                </p14:cNvPr>
                <p14:cNvContentPartPr/>
                <p14:nvPr/>
              </p14:nvContentPartPr>
              <p14:xfrm>
                <a:off x="4126500" y="1312425"/>
                <a:ext cx="134198" cy="98863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AE5A6E8-32DF-43AD-9383-17AD0C1992C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17865" y="1303437"/>
                  <a:ext cx="151827" cy="1164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8AEB38-C7B8-41EF-B514-9500EE140FB7}"/>
                    </a:ext>
                  </a:extLst>
                </p14:cNvPr>
                <p14:cNvContentPartPr/>
                <p14:nvPr/>
              </p14:nvContentPartPr>
              <p14:xfrm>
                <a:off x="4202809" y="1306410"/>
                <a:ext cx="11277" cy="104502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8AEB38-C7B8-41EF-B514-9500EE140FB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93999" y="1297401"/>
                  <a:ext cx="28545" cy="1221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25E720F-2742-4DF2-9163-2415EDFBB03A}"/>
                    </a:ext>
                  </a:extLst>
                </p14:cNvPr>
                <p14:cNvContentPartPr/>
                <p14:nvPr/>
              </p14:nvContentPartPr>
              <p14:xfrm>
                <a:off x="4256563" y="1339490"/>
                <a:ext cx="104877" cy="7518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25E720F-2742-4DF2-9163-2415EDFBB0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47553" y="1330092"/>
                  <a:ext cx="122537" cy="259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083696C-EFF5-44F8-A9C1-230914B3ADA0}"/>
                    </a:ext>
                  </a:extLst>
                </p14:cNvPr>
                <p14:cNvContentPartPr/>
                <p14:nvPr/>
              </p14:nvContentPartPr>
              <p14:xfrm>
                <a:off x="4367831" y="1297764"/>
                <a:ext cx="48116" cy="93224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083696C-EFF5-44F8-A9C1-230914B3ADA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58854" y="1288766"/>
                  <a:ext cx="65711" cy="110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389CB55-1E0A-4E85-B404-52FF4C7354CC}"/>
                    </a:ext>
                  </a:extLst>
                </p14:cNvPr>
                <p14:cNvContentPartPr/>
                <p14:nvPr/>
              </p14:nvContentPartPr>
              <p14:xfrm>
                <a:off x="4412940" y="1267692"/>
                <a:ext cx="154497" cy="135702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389CB55-1E0A-4E85-B404-52FF4C7354C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03937" y="1258693"/>
                  <a:ext cx="172144" cy="153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A97FAF8-0ADE-45FA-8EF3-C17CC1AF8685}"/>
                    </a:ext>
                  </a:extLst>
                </p14:cNvPr>
                <p14:cNvContentPartPr/>
                <p14:nvPr/>
              </p14:nvContentPartPr>
              <p14:xfrm>
                <a:off x="4491128" y="1183113"/>
                <a:ext cx="166526" cy="251856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A97FAF8-0ADE-45FA-8EF3-C17CC1AF86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82136" y="1174105"/>
                  <a:ext cx="184150" cy="26951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983DC2C-42D6-4DE6-8AC9-F5FA8354B5EF}"/>
              </a:ext>
            </a:extLst>
          </p:cNvPr>
          <p:cNvGrpSpPr/>
          <p:nvPr/>
        </p:nvGrpSpPr>
        <p:grpSpPr>
          <a:xfrm>
            <a:off x="5606437" y="1174092"/>
            <a:ext cx="1123956" cy="567240"/>
            <a:chOff x="5606437" y="1174092"/>
            <a:chExt cx="1123956" cy="56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FAAC048-E91B-47F1-8608-3E7EC569C212}"/>
                    </a:ext>
                  </a:extLst>
                </p14:cNvPr>
                <p14:cNvContentPartPr/>
                <p14:nvPr/>
              </p14:nvContentPartPr>
              <p14:xfrm>
                <a:off x="5606437" y="1311297"/>
                <a:ext cx="152241" cy="161263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FAAC048-E91B-47F1-8608-3E7EC569C21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97779" y="1302298"/>
                  <a:ext cx="169918" cy="1789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BA7F6F2-BB51-4FB2-B72B-55A0BAA96820}"/>
                    </a:ext>
                  </a:extLst>
                </p14:cNvPr>
                <p14:cNvContentPartPr/>
                <p14:nvPr/>
              </p14:nvContentPartPr>
              <p14:xfrm>
                <a:off x="5866940" y="1247769"/>
                <a:ext cx="146603" cy="222536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BA7F6F2-BB51-4FB2-B72B-55A0BAA968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57935" y="1239127"/>
                  <a:ext cx="164253" cy="240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220ACD5-3E1A-4AD4-8833-50923275C464}"/>
                    </a:ext>
                  </a:extLst>
                </p14:cNvPr>
                <p14:cNvContentPartPr/>
                <p14:nvPr/>
              </p14:nvContentPartPr>
              <p14:xfrm>
                <a:off x="5990612" y="1330468"/>
                <a:ext cx="115779" cy="125552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220ACD5-3E1A-4AD4-8833-50923275C4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81595" y="1321809"/>
                  <a:ext cx="133452" cy="1432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9D8A935-BD2B-43E5-AAF2-B7D24A925196}"/>
                    </a:ext>
                  </a:extLst>
                </p14:cNvPr>
                <p14:cNvContentPartPr/>
                <p14:nvPr/>
              </p14:nvContentPartPr>
              <p14:xfrm>
                <a:off x="6028203" y="1339490"/>
                <a:ext cx="16164" cy="12029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9D8A935-BD2B-43E5-AAF2-B7D24A92519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19582" y="1330486"/>
                  <a:ext cx="33765" cy="1379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6DAC0EC-97AD-4F80-A082-C62DF4E8C721}"/>
                    </a:ext>
                  </a:extLst>
                </p14:cNvPr>
                <p14:cNvContentPartPr/>
                <p14:nvPr/>
              </p14:nvContentPartPr>
              <p14:xfrm>
                <a:off x="6092482" y="1301523"/>
                <a:ext cx="89841" cy="60897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6DAC0EC-97AD-4F80-A082-C62DF4E8C72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83498" y="1292568"/>
                  <a:ext cx="107450" cy="7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55281BF-3A78-4632-ACE7-BD30A02035CD}"/>
                    </a:ext>
                  </a:extLst>
                </p14:cNvPr>
                <p14:cNvContentPartPr/>
                <p14:nvPr/>
              </p14:nvContentPartPr>
              <p14:xfrm>
                <a:off x="6186083" y="1427451"/>
                <a:ext cx="136453" cy="8646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55281BF-3A78-4632-ACE7-BD30A02035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77082" y="1418445"/>
                  <a:ext cx="154095" cy="262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0DB8EC-A4DF-4864-A14D-C55D800AC21B}"/>
                    </a:ext>
                  </a:extLst>
                </p14:cNvPr>
                <p14:cNvContentPartPr/>
                <p14:nvPr/>
              </p14:nvContentPartPr>
              <p14:xfrm>
                <a:off x="6371780" y="1345128"/>
                <a:ext cx="115779" cy="84579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0DB8EC-A4DF-4864-A14D-C55D800AC21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63124" y="1336130"/>
                  <a:ext cx="133452" cy="1022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AE95F1E-2846-4050-A699-E2C48BEAC43E}"/>
                    </a:ext>
                  </a:extLst>
                </p14:cNvPr>
                <p14:cNvContentPartPr/>
                <p14:nvPr/>
              </p14:nvContentPartPr>
              <p14:xfrm>
                <a:off x="6475529" y="1322198"/>
                <a:ext cx="66535" cy="147731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AE95F1E-2846-4050-A699-E2C48BEAC43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66538" y="1313212"/>
                  <a:ext cx="84158" cy="165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7BA328F-1F6B-4136-AFC5-C13AB978B1C0}"/>
                    </a:ext>
                  </a:extLst>
                </p14:cNvPr>
                <p14:cNvContentPartPr/>
                <p14:nvPr/>
              </p14:nvContentPartPr>
              <p14:xfrm>
                <a:off x="6481544" y="1174092"/>
                <a:ext cx="248849" cy="340194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7BA328F-1F6B-4136-AFC5-C13AB978B1C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72541" y="1165092"/>
                  <a:ext cx="266495" cy="357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6221ECD-B606-4CE4-9591-D221542342F1}"/>
                    </a:ext>
                  </a:extLst>
                </p14:cNvPr>
                <p14:cNvContentPartPr/>
                <p14:nvPr/>
              </p14:nvContentPartPr>
              <p14:xfrm>
                <a:off x="6142854" y="1558642"/>
                <a:ext cx="57138" cy="115779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6221ECD-B606-4CE4-9591-D221542342F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34229" y="1549653"/>
                  <a:ext cx="74747" cy="1333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C068D10-C651-442B-90DE-15EFC47F4523}"/>
                    </a:ext>
                  </a:extLst>
                </p14:cNvPr>
                <p14:cNvContentPartPr/>
                <p14:nvPr/>
              </p14:nvContentPartPr>
              <p14:xfrm>
                <a:off x="6100752" y="1641717"/>
                <a:ext cx="96232" cy="66911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C068D10-C651-442B-90DE-15EFC47F452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92102" y="1633037"/>
                  <a:ext cx="113893" cy="846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6DDF453-4582-490F-A4A0-54F23ABDB5F8}"/>
                    </a:ext>
                  </a:extLst>
                </p14:cNvPr>
                <p14:cNvContentPartPr/>
                <p14:nvPr/>
              </p14:nvContentPartPr>
              <p14:xfrm>
                <a:off x="6363510" y="1586083"/>
                <a:ext cx="148482" cy="111268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6DDF453-4582-490F-A4A0-54F23ABDB5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54882" y="1577441"/>
                  <a:ext cx="166099" cy="1289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B27AE65-8E00-42B0-A489-1AA5D4DBFC19}"/>
                    </a:ext>
                  </a:extLst>
                </p14:cNvPr>
                <p14:cNvContentPartPr/>
                <p14:nvPr/>
              </p14:nvContentPartPr>
              <p14:xfrm>
                <a:off x="6513496" y="1612397"/>
                <a:ext cx="47740" cy="128935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B27AE65-8E00-42B0-A489-1AA5D4DBFC1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04881" y="1603753"/>
                  <a:ext cx="65328" cy="14658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2BDA0FEC-C040-4400-BE38-4FF36DE6EBF7}"/>
              </a:ext>
            </a:extLst>
          </p:cNvPr>
          <p:cNvGrpSpPr/>
          <p:nvPr/>
        </p:nvGrpSpPr>
        <p:grpSpPr>
          <a:xfrm>
            <a:off x="5687257" y="1880417"/>
            <a:ext cx="1475050" cy="256367"/>
            <a:chOff x="5687257" y="1880417"/>
            <a:chExt cx="1475050" cy="25636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323977B8-B30E-452A-9CF7-2004D6C557E3}"/>
                    </a:ext>
                  </a:extLst>
                </p14:cNvPr>
                <p14:cNvContentPartPr/>
                <p14:nvPr/>
              </p14:nvContentPartPr>
              <p14:xfrm>
                <a:off x="5687257" y="1949207"/>
                <a:ext cx="164646" cy="187577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323977B8-B30E-452A-9CF7-2004D6C557E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78629" y="1940206"/>
                  <a:ext cx="182261" cy="205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25" name="Ink 1024">
                  <a:extLst>
                    <a:ext uri="{FF2B5EF4-FFF2-40B4-BE49-F238E27FC236}">
                      <a16:creationId xmlns:a16="http://schemas.microsoft.com/office/drawing/2014/main" id="{BCCEBCB2-172A-460C-8945-64850917CA0E}"/>
                    </a:ext>
                  </a:extLst>
                </p14:cNvPr>
                <p14:cNvContentPartPr/>
                <p14:nvPr/>
              </p14:nvContentPartPr>
              <p14:xfrm>
                <a:off x="5979711" y="1915752"/>
                <a:ext cx="84579" cy="199230"/>
              </p14:xfrm>
            </p:contentPart>
          </mc:Choice>
          <mc:Fallback xmlns=""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BCCEBCB2-172A-460C-8945-64850917CA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70713" y="1906745"/>
                  <a:ext cx="102215" cy="2168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C333C974-E493-436E-B7C2-1AB8517F16AE}"/>
                    </a:ext>
                  </a:extLst>
                </p14:cNvPr>
                <p14:cNvContentPartPr/>
                <p14:nvPr/>
              </p14:nvContentPartPr>
              <p14:xfrm>
                <a:off x="6054516" y="2013111"/>
                <a:ext cx="120665" cy="94728"/>
              </p14:xfrm>
            </p:contentPart>
          </mc:Choice>
          <mc:Fallback xmlns=""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C333C974-E493-436E-B7C2-1AB8517F16A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45511" y="2004467"/>
                  <a:ext cx="138315" cy="1123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346F591D-535D-4645-9884-99AF0626E74A}"/>
                    </a:ext>
                  </a:extLst>
                </p14:cNvPr>
                <p14:cNvContentPartPr/>
                <p14:nvPr/>
              </p14:nvContentPartPr>
              <p14:xfrm>
                <a:off x="6110526" y="2012735"/>
                <a:ext cx="25937" cy="9548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346F591D-535D-4645-9884-99AF0626E74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01520" y="2004088"/>
                  <a:ext cx="43589" cy="113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CB965598-6232-46D6-AB50-201B8F4A337F}"/>
                    </a:ext>
                  </a:extLst>
                </p14:cNvPr>
                <p14:cNvContentPartPr/>
                <p14:nvPr/>
              </p14:nvContentPartPr>
              <p14:xfrm>
                <a:off x="6215027" y="2010480"/>
                <a:ext cx="25186" cy="86082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CB965598-6232-46D6-AB50-201B8F4A337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06032" y="2001836"/>
                  <a:ext cx="42816" cy="103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C1B49372-6651-4C88-BF70-940B69A628C0}"/>
                    </a:ext>
                  </a:extLst>
                </p14:cNvPr>
                <p14:cNvContentPartPr/>
                <p14:nvPr/>
              </p14:nvContentPartPr>
              <p14:xfrm>
                <a:off x="6186083" y="2055213"/>
                <a:ext cx="69918" cy="7142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C1B49372-6651-4C88-BF70-940B69A628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77073" y="2046643"/>
                  <a:ext cx="87578" cy="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3E890D0B-F6E8-4005-9730-94A2A98832A1}"/>
                    </a:ext>
                  </a:extLst>
                </p14:cNvPr>
                <p14:cNvContentPartPr/>
                <p14:nvPr/>
              </p14:nvContentPartPr>
              <p14:xfrm>
                <a:off x="6290584" y="1985294"/>
                <a:ext cx="118034" cy="128935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3E890D0B-F6E8-4005-9730-94A2A98832A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81588" y="1976290"/>
                  <a:ext cx="135667" cy="1465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EEA90399-148F-42F1-9A13-91635CEEBD21}"/>
                    </a:ext>
                  </a:extLst>
                </p14:cNvPr>
                <p14:cNvContentPartPr/>
                <p14:nvPr/>
              </p14:nvContentPartPr>
              <p14:xfrm>
                <a:off x="6379298" y="1922894"/>
                <a:ext cx="135702" cy="204116"/>
              </p14:xfrm>
            </p:contentPart>
          </mc:Choice>
          <mc:Fallback xmlns=""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EEA90399-148F-42F1-9A13-91635CEEBD2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70659" y="1913894"/>
                  <a:ext cx="153340" cy="2217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E2290E10-1289-421C-BEEB-0E8F81291F7E}"/>
                    </a:ext>
                  </a:extLst>
                </p14:cNvPr>
                <p14:cNvContentPartPr/>
                <p14:nvPr/>
              </p14:nvContentPartPr>
              <p14:xfrm>
                <a:off x="6547703" y="1937930"/>
                <a:ext cx="118034" cy="189456"/>
              </p14:xfrm>
            </p:contentPart>
          </mc:Choice>
          <mc:Fallback xmlns=""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E2290E10-1289-421C-BEEB-0E8F81291F7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539066" y="1928925"/>
                  <a:ext cx="135667" cy="2071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44BBEE22-6985-48F6-B218-A8878B0E96B2}"/>
                    </a:ext>
                  </a:extLst>
                </p14:cNvPr>
                <p14:cNvContentPartPr/>
                <p14:nvPr/>
              </p14:nvContentPartPr>
              <p14:xfrm>
                <a:off x="6628147" y="1992812"/>
                <a:ext cx="124800" cy="93224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44BBEE22-6985-48F6-B218-A8878B0E96B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19490" y="1983814"/>
                  <a:ext cx="142474" cy="110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00E50E64-25AE-4C3C-BB7D-4C4A669C7B47}"/>
                    </a:ext>
                  </a:extLst>
                </p14:cNvPr>
                <p14:cNvContentPartPr/>
                <p14:nvPr/>
              </p14:nvContentPartPr>
              <p14:xfrm>
                <a:off x="6672128" y="1982287"/>
                <a:ext cx="40222" cy="10375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00E50E64-25AE-4C3C-BB7D-4C4A669C7B4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63431" y="1973671"/>
                  <a:ext cx="57978" cy="1213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F334A098-4197-4F93-9454-5C90BF1AECB0}"/>
                    </a:ext>
                  </a:extLst>
                </p14:cNvPr>
                <p14:cNvContentPartPr/>
                <p14:nvPr/>
              </p14:nvContentPartPr>
              <p14:xfrm>
                <a:off x="6770239" y="2021005"/>
                <a:ext cx="73677" cy="10901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F334A098-4197-4F93-9454-5C90BF1AECB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61210" y="2012214"/>
                  <a:ext cx="91374" cy="281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98812B65-462B-41FE-B376-BA8A00CE7D4A}"/>
                    </a:ext>
                  </a:extLst>
                </p14:cNvPr>
                <p14:cNvContentPartPr/>
                <p14:nvPr/>
              </p14:nvContentPartPr>
              <p14:xfrm>
                <a:off x="6846172" y="1951839"/>
                <a:ext cx="193591" cy="130815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98812B65-462B-41FE-B376-BA8A00CE7D4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837520" y="1942830"/>
                  <a:ext cx="211256" cy="1484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43F925A8-765D-4012-B29B-9512B3907585}"/>
                    </a:ext>
                  </a:extLst>
                </p14:cNvPr>
                <p14:cNvContentPartPr/>
                <p14:nvPr/>
              </p14:nvContentPartPr>
              <p14:xfrm>
                <a:off x="6966461" y="1880417"/>
                <a:ext cx="195846" cy="245466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43F925A8-765D-4012-B29B-9512B390758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57461" y="1871779"/>
                  <a:ext cx="213487" cy="2631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9F5C7181-DB74-4648-A5DC-437A065C8914}"/>
              </a:ext>
            </a:extLst>
          </p:cNvPr>
          <p:cNvGrpSpPr/>
          <p:nvPr/>
        </p:nvGrpSpPr>
        <p:grpSpPr>
          <a:xfrm>
            <a:off x="846981" y="3763136"/>
            <a:ext cx="1541210" cy="714219"/>
            <a:chOff x="846981" y="3763136"/>
            <a:chExt cx="1541210" cy="71421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F930EA73-AB8F-4AB9-885D-3403114CFBC4}"/>
                    </a:ext>
                  </a:extLst>
                </p14:cNvPr>
                <p14:cNvContentPartPr/>
                <p14:nvPr/>
              </p14:nvContentPartPr>
              <p14:xfrm>
                <a:off x="846981" y="3941315"/>
                <a:ext cx="155249" cy="142092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F930EA73-AB8F-4AB9-885D-3403114CFBC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7976" y="3932299"/>
                  <a:ext cx="172899" cy="159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E46EB76A-52A8-4B6C-ADC5-66BF3AFA48DF}"/>
                    </a:ext>
                  </a:extLst>
                </p14:cNvPr>
                <p14:cNvContentPartPr/>
                <p14:nvPr/>
              </p14:nvContentPartPr>
              <p14:xfrm>
                <a:off x="985690" y="3890944"/>
                <a:ext cx="143972" cy="146979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E46EB76A-52A8-4B6C-ADC5-66BF3AFA48D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77052" y="3881938"/>
                  <a:ext cx="161609" cy="1646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9A325B5C-3A3A-42DF-A9DD-87390708CD7F}"/>
                    </a:ext>
                  </a:extLst>
                </p14:cNvPr>
                <p14:cNvContentPartPr/>
                <p14:nvPr/>
              </p14:nvContentPartPr>
              <p14:xfrm>
                <a:off x="1172890" y="3849218"/>
                <a:ext cx="77812" cy="236444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9A325B5C-3A3A-42DF-A9DD-87390708CD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64244" y="3840581"/>
                  <a:ext cx="95464" cy="2540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AE171C9B-22CA-4D36-95F7-1B767E2B13D5}"/>
                    </a:ext>
                  </a:extLst>
                </p14:cNvPr>
                <p14:cNvContentPartPr/>
                <p14:nvPr/>
              </p14:nvContentPartPr>
              <p14:xfrm>
                <a:off x="1252958" y="3958983"/>
                <a:ext cx="139837" cy="93224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AE171C9B-22CA-4D36-95F7-1B767E2B13D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43971" y="3949985"/>
                  <a:ext cx="157451" cy="110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D123A981-7D1E-4E8D-B4EC-4F45F83FD581}"/>
                    </a:ext>
                  </a:extLst>
                </p14:cNvPr>
                <p14:cNvContentPartPr/>
                <p14:nvPr/>
              </p14:nvContentPartPr>
              <p14:xfrm>
                <a:off x="1311223" y="3974019"/>
                <a:ext cx="16916" cy="104502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D123A981-7D1E-4E8D-B4EC-4F45F83FD58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02585" y="3965010"/>
                  <a:ext cx="34552" cy="1221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29970F64-D3D1-44D1-BB2A-685F47AFD1AA}"/>
                    </a:ext>
                  </a:extLst>
                </p14:cNvPr>
                <p14:cNvContentPartPr/>
                <p14:nvPr/>
              </p14:nvContentPartPr>
              <p14:xfrm>
                <a:off x="1377007" y="3910491"/>
                <a:ext cx="86834" cy="82323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29970F64-D3D1-44D1-BB2A-685F47AFD1A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68360" y="3901825"/>
                  <a:ext cx="104489" cy="1000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9CB4DDE8-29FB-4E99-B7FE-23FA43B402DB}"/>
                    </a:ext>
                  </a:extLst>
                </p14:cNvPr>
                <p14:cNvContentPartPr/>
                <p14:nvPr/>
              </p14:nvContentPartPr>
              <p14:xfrm>
                <a:off x="1519851" y="4016496"/>
                <a:ext cx="91721" cy="5639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9CB4DDE8-29FB-4E99-B7FE-23FA43B402D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10823" y="4007685"/>
                  <a:ext cx="109415" cy="229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3378D929-B8C0-4E0F-B98A-1D708FCFF3F9}"/>
                    </a:ext>
                  </a:extLst>
                </p14:cNvPr>
                <p14:cNvContentPartPr/>
                <p14:nvPr/>
              </p14:nvContentPartPr>
              <p14:xfrm>
                <a:off x="1652545" y="3923272"/>
                <a:ext cx="86458" cy="96608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3378D929-B8C0-4E0F-B98A-1D708FCFF3F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643935" y="3914621"/>
                  <a:ext cx="104037" cy="1142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7B35B83F-404C-4565-9DA7-BB2209107112}"/>
                    </a:ext>
                  </a:extLst>
                </p14:cNvPr>
                <p14:cNvContentPartPr/>
                <p14:nvPr/>
              </p14:nvContentPartPr>
              <p14:xfrm>
                <a:off x="1716825" y="3892448"/>
                <a:ext cx="62024" cy="180058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7B35B83F-404C-4565-9DA7-BB220910711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707810" y="3883805"/>
                  <a:ext cx="79694" cy="1977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AF292B8F-8C70-463E-B526-BE61A2372CDE}"/>
                    </a:ext>
                  </a:extLst>
                </p14:cNvPr>
                <p14:cNvContentPartPr/>
                <p14:nvPr/>
              </p14:nvContentPartPr>
              <p14:xfrm>
                <a:off x="1676979" y="3763136"/>
                <a:ext cx="235316" cy="361245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AF292B8F-8C70-463E-B526-BE61A2372CD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67984" y="3754132"/>
                  <a:ext cx="252947" cy="3788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0E886431-C737-4EC7-AFA1-5783A4A110C2}"/>
                    </a:ext>
                  </a:extLst>
                </p14:cNvPr>
                <p14:cNvContentPartPr/>
                <p14:nvPr/>
              </p14:nvContentPartPr>
              <p14:xfrm>
                <a:off x="859386" y="4293538"/>
                <a:ext cx="182314" cy="183817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0E886431-C737-4EC7-AFA1-5783A4A110C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0378" y="4284527"/>
                  <a:ext cx="199969" cy="2014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B18839AD-5781-48BF-B949-C20E778FF0E5}"/>
                    </a:ext>
                  </a:extLst>
                </p14:cNvPr>
                <p14:cNvContentPartPr/>
                <p14:nvPr/>
              </p14:nvContentPartPr>
              <p14:xfrm>
                <a:off x="1025160" y="4265721"/>
                <a:ext cx="167654" cy="172916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B18839AD-5781-48BF-B949-C20E778FF0E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6166" y="4256734"/>
                  <a:ext cx="185283" cy="1905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55" name="Ink 1054">
                  <a:extLst>
                    <a:ext uri="{FF2B5EF4-FFF2-40B4-BE49-F238E27FC236}">
                      <a16:creationId xmlns:a16="http://schemas.microsoft.com/office/drawing/2014/main" id="{2BD23B14-97B2-42A8-BADD-02483F74C030}"/>
                    </a:ext>
                  </a:extLst>
                </p14:cNvPr>
                <p14:cNvContentPartPr/>
                <p14:nvPr/>
              </p14:nvContentPartPr>
              <p14:xfrm>
                <a:off x="1287166" y="4351051"/>
                <a:ext cx="13908" cy="5263"/>
              </p14:xfrm>
            </p:contentPart>
          </mc:Choice>
          <mc:Fallback xmlns="">
            <p:pic>
              <p:nvPicPr>
                <p:cNvPr id="1055" name="Ink 1054">
                  <a:extLst>
                    <a:ext uri="{FF2B5EF4-FFF2-40B4-BE49-F238E27FC236}">
                      <a16:creationId xmlns:a16="http://schemas.microsoft.com/office/drawing/2014/main" id="{2BD23B14-97B2-42A8-BADD-02483F74C03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278607" y="4342279"/>
                  <a:ext cx="31382" cy="224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8D7C824E-FCC0-4025-A9CF-EED17E44DB51}"/>
                    </a:ext>
                  </a:extLst>
                </p14:cNvPr>
                <p14:cNvContentPartPr/>
                <p14:nvPr/>
              </p14:nvContentPartPr>
              <p14:xfrm>
                <a:off x="1349942" y="4206704"/>
                <a:ext cx="78940" cy="227422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8D7C824E-FCC0-4025-A9CF-EED17E44DB5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340931" y="4197708"/>
                  <a:ext cx="96602" cy="2450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64E361F0-D04F-4603-AF1E-AD7DB7CEFC2C}"/>
                    </a:ext>
                  </a:extLst>
                </p14:cNvPr>
                <p14:cNvContentPartPr/>
                <p14:nvPr/>
              </p14:nvContentPartPr>
              <p14:xfrm>
                <a:off x="1452940" y="4322107"/>
                <a:ext cx="117282" cy="113899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64E361F0-D04F-4603-AF1E-AD7DB7CEFC2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443918" y="4313456"/>
                  <a:ext cx="134965" cy="1315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C97D630D-B846-4695-9DE4-9EDA708030EF}"/>
                    </a:ext>
                  </a:extLst>
                </p14:cNvPr>
                <p14:cNvContentPartPr/>
                <p14:nvPr/>
              </p14:nvContentPartPr>
              <p14:xfrm>
                <a:off x="1511205" y="4328497"/>
                <a:ext cx="29696" cy="113523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C97D630D-B846-4695-9DE4-9EDA708030E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502260" y="4319516"/>
                  <a:ext cx="47227" cy="1311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F9A660B2-D53A-40C2-9FD9-0BA00364EE01}"/>
                    </a:ext>
                  </a:extLst>
                </p14:cNvPr>
                <p14:cNvContentPartPr/>
                <p14:nvPr/>
              </p14:nvContentPartPr>
              <p14:xfrm>
                <a:off x="1585634" y="4325490"/>
                <a:ext cx="47740" cy="9360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F9A660B2-D53A-40C2-9FD9-0BA00364EE0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76660" y="4316850"/>
                  <a:ext cx="65328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32B528BF-E739-4F76-BCC1-6A58B57F945D}"/>
                    </a:ext>
                  </a:extLst>
                </p14:cNvPr>
                <p14:cNvContentPartPr/>
                <p14:nvPr/>
              </p14:nvContentPartPr>
              <p14:xfrm>
                <a:off x="1555938" y="4366088"/>
                <a:ext cx="73677" cy="8646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32B528BF-E739-4F76-BCC1-6A58B57F945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46909" y="4357082"/>
                  <a:ext cx="91374" cy="262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2C3C14B6-260B-4B1B-A061-3986A2CBB239}"/>
                    </a:ext>
                  </a:extLst>
                </p14:cNvPr>
                <p14:cNvContentPartPr/>
                <p14:nvPr/>
              </p14:nvContentPartPr>
              <p14:xfrm>
                <a:off x="1671340" y="4297297"/>
                <a:ext cx="144723" cy="149986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2C3C14B6-260B-4B1B-A061-3986A2CBB23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62340" y="4288665"/>
                  <a:ext cx="162363" cy="1676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63" name="Ink 1062">
                  <a:extLst>
                    <a:ext uri="{FF2B5EF4-FFF2-40B4-BE49-F238E27FC236}">
                      <a16:creationId xmlns:a16="http://schemas.microsoft.com/office/drawing/2014/main" id="{380EBABB-72A6-465B-BF1C-D795D96522DD}"/>
                    </a:ext>
                  </a:extLst>
                </p14:cNvPr>
                <p14:cNvContentPartPr/>
                <p14:nvPr/>
              </p14:nvContentPartPr>
              <p14:xfrm>
                <a:off x="1725471" y="4223244"/>
                <a:ext cx="158632" cy="229302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380EBABB-72A6-465B-BF1C-D795D96522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716478" y="4214245"/>
                  <a:ext cx="176258" cy="246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7E27929F-C40C-40E8-ACDD-AE9B0D69C744}"/>
                    </a:ext>
                  </a:extLst>
                </p14:cNvPr>
                <p14:cNvContentPartPr/>
                <p14:nvPr/>
              </p14:nvContentPartPr>
              <p14:xfrm>
                <a:off x="1876208" y="4217229"/>
                <a:ext cx="109764" cy="24321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7E27929F-C40C-40E8-ACDD-AE9B0D69C74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867181" y="4208582"/>
                  <a:ext cx="127456" cy="2608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66ACA0C3-A235-43C9-81B5-9BB40FF150A4}"/>
                    </a:ext>
                  </a:extLst>
                </p14:cNvPr>
                <p14:cNvContentPartPr/>
                <p14:nvPr/>
              </p14:nvContentPartPr>
              <p14:xfrm>
                <a:off x="1948758" y="4308198"/>
                <a:ext cx="128184" cy="124425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66ACA0C3-A235-43C9-81B5-9BB40FF150A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940116" y="4299182"/>
                  <a:ext cx="145827" cy="1420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A5B1D038-ED61-4B8D-AB23-AAB3FCFA7942}"/>
                    </a:ext>
                  </a:extLst>
                </p14:cNvPr>
                <p14:cNvContentPartPr/>
                <p14:nvPr/>
              </p14:nvContentPartPr>
              <p14:xfrm>
                <a:off x="2010782" y="4317972"/>
                <a:ext cx="19923" cy="109012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A5B1D038-ED61-4B8D-AB23-AAB3FCFA794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01888" y="4308948"/>
                  <a:ext cx="37356" cy="126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635429A1-3CF8-4EDE-91BC-11870C28639D}"/>
                    </a:ext>
                  </a:extLst>
                </p14:cNvPr>
                <p14:cNvContentPartPr/>
                <p14:nvPr/>
              </p14:nvContentPartPr>
              <p14:xfrm>
                <a:off x="2069424" y="4348420"/>
                <a:ext cx="85706" cy="7142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635429A1-3CF8-4EDE-91BC-11870C28639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060818" y="4339850"/>
                  <a:ext cx="103278" cy="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8" name="Ink 1067">
                  <a:extLst>
                    <a:ext uri="{FF2B5EF4-FFF2-40B4-BE49-F238E27FC236}">
                      <a16:creationId xmlns:a16="http://schemas.microsoft.com/office/drawing/2014/main" id="{7D761E83-40F4-45E4-B469-AF2C73B3AAA4}"/>
                    </a:ext>
                  </a:extLst>
                </p14:cNvPr>
                <p14:cNvContentPartPr/>
                <p14:nvPr/>
              </p14:nvContentPartPr>
              <p14:xfrm>
                <a:off x="2162648" y="4279254"/>
                <a:ext cx="141340" cy="130815"/>
              </p14:xfrm>
            </p:contentPart>
          </mc:Choice>
          <mc:Fallback xmlns=""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7D761E83-40F4-45E4-B469-AF2C73B3AAA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153995" y="4270245"/>
                  <a:ext cx="159008" cy="1484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9" name="Ink 1068">
                  <a:extLst>
                    <a:ext uri="{FF2B5EF4-FFF2-40B4-BE49-F238E27FC236}">
                      <a16:creationId xmlns:a16="http://schemas.microsoft.com/office/drawing/2014/main" id="{B4EB90A5-6C37-4982-9B1A-C66DD08FD947}"/>
                    </a:ext>
                  </a:extLst>
                </p14:cNvPr>
                <p14:cNvContentPartPr/>
                <p14:nvPr/>
              </p14:nvContentPartPr>
              <p14:xfrm>
                <a:off x="2210764" y="4183398"/>
                <a:ext cx="177427" cy="275538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B4EB90A5-6C37-4982-9B1A-C66DD08FD94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02127" y="4174754"/>
                  <a:ext cx="195062" cy="29318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A6843E84-4CB0-45C9-BF8F-06820456A81F}"/>
              </a:ext>
            </a:extLst>
          </p:cNvPr>
          <p:cNvGrpSpPr/>
          <p:nvPr/>
        </p:nvGrpSpPr>
        <p:grpSpPr>
          <a:xfrm>
            <a:off x="3297956" y="3993453"/>
            <a:ext cx="1526173" cy="313505"/>
            <a:chOff x="3297956" y="3993453"/>
            <a:chExt cx="1526173" cy="31350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DDABDFD9-18F9-432E-9071-F56D55CFF721}"/>
                    </a:ext>
                  </a:extLst>
                </p14:cNvPr>
                <p14:cNvContentPartPr/>
                <p14:nvPr/>
              </p14:nvContentPartPr>
              <p14:xfrm>
                <a:off x="3334794" y="4138552"/>
                <a:ext cx="130815" cy="123297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DDABDFD9-18F9-432E-9071-F56D55CFF72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26145" y="4129539"/>
                  <a:ext cx="148473" cy="140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5C97F7AC-4387-4796-BB86-F614B2B8A87C}"/>
                    </a:ext>
                  </a:extLst>
                </p14:cNvPr>
                <p14:cNvContentPartPr/>
                <p14:nvPr/>
              </p14:nvContentPartPr>
              <p14:xfrm>
                <a:off x="3511094" y="4206591"/>
                <a:ext cx="112396" cy="100367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5C97F7AC-4387-4796-BB86-F614B2B8A87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02088" y="4197598"/>
                  <a:ext cx="130048" cy="1179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1D33FF77-6015-4BF7-B451-BF9B485EE04D}"/>
                    </a:ext>
                  </a:extLst>
                </p14:cNvPr>
                <p14:cNvContentPartPr/>
                <p14:nvPr/>
              </p14:nvContentPartPr>
              <p14:xfrm>
                <a:off x="3713706" y="4185916"/>
                <a:ext cx="47740" cy="75557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1D33FF77-6015-4BF7-B451-BF9B485EE04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04664" y="4177240"/>
                  <a:ext cx="65462" cy="932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F4851D2D-4AAE-41C5-B8D3-033AA8682E32}"/>
                    </a:ext>
                  </a:extLst>
                </p14:cNvPr>
                <p14:cNvContentPartPr/>
                <p14:nvPr/>
              </p14:nvContentPartPr>
              <p14:xfrm>
                <a:off x="3684386" y="4224259"/>
                <a:ext cx="84203" cy="9022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F4851D2D-4AAE-41C5-B8D3-033AA8682E3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75750" y="4215237"/>
                  <a:ext cx="101835" cy="26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457A4463-E604-4309-9B8D-9B26080D805F}"/>
                    </a:ext>
                  </a:extLst>
                </p14:cNvPr>
                <p14:cNvContentPartPr/>
                <p14:nvPr/>
              </p14:nvContentPartPr>
              <p14:xfrm>
                <a:off x="3816704" y="4124268"/>
                <a:ext cx="114651" cy="109764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457A4463-E604-4309-9B8D-9B26080D805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07691" y="4115271"/>
                  <a:ext cx="132317" cy="1273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3" name="Ink 1092">
                  <a:extLst>
                    <a:ext uri="{FF2B5EF4-FFF2-40B4-BE49-F238E27FC236}">
                      <a16:creationId xmlns:a16="http://schemas.microsoft.com/office/drawing/2014/main" id="{9E52EAE0-28F0-4771-A19E-590F1CCD9E36}"/>
                    </a:ext>
                  </a:extLst>
                </p14:cNvPr>
                <p14:cNvContentPartPr/>
                <p14:nvPr/>
              </p14:nvContentPartPr>
              <p14:xfrm>
                <a:off x="3914064" y="4033675"/>
                <a:ext cx="159760" cy="263885"/>
              </p14:xfrm>
            </p:contentPart>
          </mc:Choice>
          <mc:Fallback xmlns="">
            <p:pic>
              <p:nvPicPr>
                <p:cNvPr id="1093" name="Ink 1092">
                  <a:extLst>
                    <a:ext uri="{FF2B5EF4-FFF2-40B4-BE49-F238E27FC236}">
                      <a16:creationId xmlns:a16="http://schemas.microsoft.com/office/drawing/2014/main" id="{9E52EAE0-28F0-4771-A19E-590F1CCD9E3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05069" y="4024675"/>
                  <a:ext cx="177391" cy="2815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DF802F01-EA1B-4A4A-B241-6A059C48B401}"/>
                    </a:ext>
                  </a:extLst>
                </p14:cNvPr>
                <p14:cNvContentPartPr/>
                <p14:nvPr/>
              </p14:nvContentPartPr>
              <p14:xfrm>
                <a:off x="3297956" y="4016007"/>
                <a:ext cx="120290" cy="277042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DF802F01-EA1B-4A4A-B241-6A059C48B40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89312" y="4007372"/>
                  <a:ext cx="137937" cy="294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54F21113-0FE9-4A96-912C-81558B5B0B7A}"/>
                    </a:ext>
                  </a:extLst>
                </p14:cNvPr>
                <p14:cNvContentPartPr/>
                <p14:nvPr/>
              </p14:nvContentPartPr>
              <p14:xfrm>
                <a:off x="4069688" y="4008865"/>
                <a:ext cx="87962" cy="255615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54F21113-0FE9-4A96-912C-81558B5B0B7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060675" y="4000224"/>
                  <a:ext cx="105627" cy="2732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96" name="Ink 1095">
                  <a:extLst>
                    <a:ext uri="{FF2B5EF4-FFF2-40B4-BE49-F238E27FC236}">
                      <a16:creationId xmlns:a16="http://schemas.microsoft.com/office/drawing/2014/main" id="{6BC65CB0-4F08-4407-801D-538EAA7D1A9C}"/>
                    </a:ext>
                  </a:extLst>
                </p14:cNvPr>
                <p14:cNvContentPartPr/>
                <p14:nvPr/>
              </p14:nvContentPartPr>
              <p14:xfrm>
                <a:off x="4153891" y="4121637"/>
                <a:ext cx="95856" cy="125928"/>
              </p14:xfrm>
            </p:contentPart>
          </mc:Choice>
          <mc:Fallback xmlns="">
            <p:pic>
              <p:nvPicPr>
                <p:cNvPr id="1096" name="Ink 1095">
                  <a:extLst>
                    <a:ext uri="{FF2B5EF4-FFF2-40B4-BE49-F238E27FC236}">
                      <a16:creationId xmlns:a16="http://schemas.microsoft.com/office/drawing/2014/main" id="{6BC65CB0-4F08-4407-801D-538EAA7D1A9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45242" y="4113002"/>
                  <a:ext cx="113514" cy="1435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02D6BF1E-0166-48C9-875F-EDA64290AB8D}"/>
                    </a:ext>
                  </a:extLst>
                </p14:cNvPr>
                <p14:cNvContentPartPr/>
                <p14:nvPr/>
              </p14:nvContentPartPr>
              <p14:xfrm>
                <a:off x="4270422" y="4176519"/>
                <a:ext cx="125176" cy="107133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02D6BF1E-0166-48C9-875F-EDA64290AB8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261404" y="4167531"/>
                  <a:ext cx="142852" cy="1247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98" name="Ink 1097">
                  <a:extLst>
                    <a:ext uri="{FF2B5EF4-FFF2-40B4-BE49-F238E27FC236}">
                      <a16:creationId xmlns:a16="http://schemas.microsoft.com/office/drawing/2014/main" id="{D9D5153C-EAA1-4988-B796-656264D08EBD}"/>
                    </a:ext>
                  </a:extLst>
                </p14:cNvPr>
                <p14:cNvContentPartPr/>
                <p14:nvPr/>
              </p14:nvContentPartPr>
              <p14:xfrm>
                <a:off x="4451608" y="4176143"/>
                <a:ext cx="65407" cy="5639"/>
              </p14:xfrm>
            </p:contentPart>
          </mc:Choice>
          <mc:Fallback xmlns=""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D9D5153C-EAA1-4988-B796-656264D08EB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42574" y="4167332"/>
                  <a:ext cx="83114" cy="229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99" name="Ink 1098">
                  <a:extLst>
                    <a:ext uri="{FF2B5EF4-FFF2-40B4-BE49-F238E27FC236}">
                      <a16:creationId xmlns:a16="http://schemas.microsoft.com/office/drawing/2014/main" id="{0BC0AFB9-42CF-4CBA-989B-F283924F10C6}"/>
                    </a:ext>
                  </a:extLst>
                </p14:cNvPr>
                <p14:cNvContentPartPr/>
                <p14:nvPr/>
              </p14:nvContentPartPr>
              <p14:xfrm>
                <a:off x="4489950" y="4114494"/>
                <a:ext cx="165022" cy="119162"/>
              </p14:xfrm>
            </p:contentPart>
          </mc:Choice>
          <mc:Fallback xmlns=""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0BC0AFB9-42CF-4CBA-989B-F283924F10C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481303" y="4105854"/>
                  <a:ext cx="182677" cy="1368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00" name="Ink 1099">
                  <a:extLst>
                    <a:ext uri="{FF2B5EF4-FFF2-40B4-BE49-F238E27FC236}">
                      <a16:creationId xmlns:a16="http://schemas.microsoft.com/office/drawing/2014/main" id="{F12069D5-AC33-41EE-B4C9-EDBF7475A047}"/>
                    </a:ext>
                  </a:extLst>
                </p14:cNvPr>
                <p14:cNvContentPartPr/>
                <p14:nvPr/>
              </p14:nvContentPartPr>
              <p14:xfrm>
                <a:off x="4608360" y="3993453"/>
                <a:ext cx="215769" cy="269148"/>
              </p14:xfrm>
            </p:contentPart>
          </mc:Choice>
          <mc:Fallback xmlns="">
            <p:pic>
              <p:nvPicPr>
                <p:cNvPr id="1100" name="Ink 1099">
                  <a:extLst>
                    <a:ext uri="{FF2B5EF4-FFF2-40B4-BE49-F238E27FC236}">
                      <a16:creationId xmlns:a16="http://schemas.microsoft.com/office/drawing/2014/main" id="{F12069D5-AC33-41EE-B4C9-EDBF7475A04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599355" y="3984445"/>
                  <a:ext cx="233420" cy="28680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4BC361AE-6BC4-4B37-B98D-D493960E2FEC}"/>
              </a:ext>
            </a:extLst>
          </p:cNvPr>
          <p:cNvGrpSpPr/>
          <p:nvPr/>
        </p:nvGrpSpPr>
        <p:grpSpPr>
          <a:xfrm>
            <a:off x="5765395" y="3981048"/>
            <a:ext cx="851425" cy="218401"/>
            <a:chOff x="5765395" y="3981048"/>
            <a:chExt cx="851425" cy="21840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B7E81BBA-4195-47B0-9A45-B0229E9C931B}"/>
                    </a:ext>
                  </a:extLst>
                </p14:cNvPr>
                <p14:cNvContentPartPr/>
                <p14:nvPr/>
              </p14:nvContentPartPr>
              <p14:xfrm>
                <a:off x="5765395" y="4089309"/>
                <a:ext cx="162767" cy="110140"/>
              </p14:xfrm>
            </p:contentPart>
          </mc:Choice>
          <mc:Fallback xmlns=""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B7E81BBA-4195-47B0-9A45-B0229E9C931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756392" y="4080281"/>
                  <a:ext cx="180412" cy="1278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17" name="Ink 1116">
                  <a:extLst>
                    <a:ext uri="{FF2B5EF4-FFF2-40B4-BE49-F238E27FC236}">
                      <a16:creationId xmlns:a16="http://schemas.microsoft.com/office/drawing/2014/main" id="{BC4E551C-AE57-4C98-A772-0BE872AAEC96}"/>
                    </a:ext>
                  </a:extLst>
                </p14:cNvPr>
                <p14:cNvContentPartPr/>
                <p14:nvPr/>
              </p14:nvContentPartPr>
              <p14:xfrm>
                <a:off x="5962369" y="4132914"/>
                <a:ext cx="84954" cy="57889"/>
              </p14:xfrm>
            </p:contentPart>
          </mc:Choice>
          <mc:Fallback xmlns=""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BC4E551C-AE57-4C98-A772-0BE872AAEC9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53370" y="4124285"/>
                  <a:ext cx="102593" cy="75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18" name="Ink 1117">
                  <a:extLst>
                    <a:ext uri="{FF2B5EF4-FFF2-40B4-BE49-F238E27FC236}">
                      <a16:creationId xmlns:a16="http://schemas.microsoft.com/office/drawing/2014/main" id="{D2C9D2C7-5B2B-4A35-A7E6-1B1523D1CE91}"/>
                    </a:ext>
                  </a:extLst>
                </p14:cNvPr>
                <p14:cNvContentPartPr/>
                <p14:nvPr/>
              </p14:nvContentPartPr>
              <p14:xfrm>
                <a:off x="5994321" y="4128403"/>
                <a:ext cx="21051" cy="71046"/>
              </p14:xfrm>
            </p:contentPart>
          </mc:Choice>
          <mc:Fallback xmlns="">
            <p:pic>
              <p:nvPicPr>
                <p:cNvPr id="1118" name="Ink 1117">
                  <a:extLst>
                    <a:ext uri="{FF2B5EF4-FFF2-40B4-BE49-F238E27FC236}">
                      <a16:creationId xmlns:a16="http://schemas.microsoft.com/office/drawing/2014/main" id="{D2C9D2C7-5B2B-4A35-A7E6-1B1523D1CE9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85401" y="4119791"/>
                  <a:ext cx="38534" cy="88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19" name="Ink 1118">
                  <a:extLst>
                    <a:ext uri="{FF2B5EF4-FFF2-40B4-BE49-F238E27FC236}">
                      <a16:creationId xmlns:a16="http://schemas.microsoft.com/office/drawing/2014/main" id="{AA16861A-9ED6-4BA1-85A0-4DA3306D8FB2}"/>
                    </a:ext>
                  </a:extLst>
                </p14:cNvPr>
                <p14:cNvContentPartPr/>
                <p14:nvPr/>
              </p14:nvContentPartPr>
              <p14:xfrm>
                <a:off x="6034919" y="4094572"/>
                <a:ext cx="71046" cy="46612"/>
              </p14:xfrm>
            </p:contentPart>
          </mc:Choice>
          <mc:Fallback xmlns=""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AA16861A-9ED6-4BA1-85A0-4DA3306D8FB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025903" y="4085900"/>
                  <a:ext cx="88717" cy="643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20" name="Ink 1119">
                  <a:extLst>
                    <a:ext uri="{FF2B5EF4-FFF2-40B4-BE49-F238E27FC236}">
                      <a16:creationId xmlns:a16="http://schemas.microsoft.com/office/drawing/2014/main" id="{448ECAE3-C9FE-45FE-90BE-1880D6E807E6}"/>
                    </a:ext>
                  </a:extLst>
                </p14:cNvPr>
                <p14:cNvContentPartPr/>
                <p14:nvPr/>
              </p14:nvContentPartPr>
              <p14:xfrm>
                <a:off x="6249185" y="3981048"/>
                <a:ext cx="85330" cy="217273"/>
              </p14:xfrm>
            </p:contentPart>
          </mc:Choice>
          <mc:Fallback xmlns="">
            <p:pic>
              <p:nvPicPr>
                <p:cNvPr id="1120" name="Ink 1119">
                  <a:extLst>
                    <a:ext uri="{FF2B5EF4-FFF2-40B4-BE49-F238E27FC236}">
                      <a16:creationId xmlns:a16="http://schemas.microsoft.com/office/drawing/2014/main" id="{448ECAE3-C9FE-45FE-90BE-1880D6E807E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40544" y="3972400"/>
                  <a:ext cx="102972" cy="234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22" name="Ink 1121">
                  <a:extLst>
                    <a:ext uri="{FF2B5EF4-FFF2-40B4-BE49-F238E27FC236}">
                      <a16:creationId xmlns:a16="http://schemas.microsoft.com/office/drawing/2014/main" id="{4B7F1195-197C-4D2F-9F94-5D5F7F9C9913}"/>
                    </a:ext>
                  </a:extLst>
                </p14:cNvPr>
                <p14:cNvContentPartPr/>
                <p14:nvPr/>
              </p14:nvContentPartPr>
              <p14:xfrm>
                <a:off x="6341657" y="4041945"/>
                <a:ext cx="142092" cy="122545"/>
              </p14:xfrm>
            </p:contentPart>
          </mc:Choice>
          <mc:Fallback xmlns="">
            <p:pic>
              <p:nvPicPr>
                <p:cNvPr id="1122" name="Ink 1121">
                  <a:extLst>
                    <a:ext uri="{FF2B5EF4-FFF2-40B4-BE49-F238E27FC236}">
                      <a16:creationId xmlns:a16="http://schemas.microsoft.com/office/drawing/2014/main" id="{4B7F1195-197C-4D2F-9F94-5D5F7F9C991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332664" y="4033320"/>
                  <a:ext cx="159719" cy="140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23" name="Ink 1122">
                  <a:extLst>
                    <a:ext uri="{FF2B5EF4-FFF2-40B4-BE49-F238E27FC236}">
                      <a16:creationId xmlns:a16="http://schemas.microsoft.com/office/drawing/2014/main" id="{5F14F569-C3FE-4302-A2F2-55F9E584079A}"/>
                    </a:ext>
                  </a:extLst>
                </p14:cNvPr>
                <p14:cNvContentPartPr/>
                <p14:nvPr/>
              </p14:nvContentPartPr>
              <p14:xfrm>
                <a:off x="6536000" y="4110735"/>
                <a:ext cx="80820" cy="9022"/>
              </p14:xfrm>
            </p:contentPart>
          </mc:Choice>
          <mc:Fallback xmlns=""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5F14F569-C3FE-4302-A2F2-55F9E584079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527020" y="4102074"/>
                  <a:ext cx="98421" cy="267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2" name="Group 1131">
            <a:extLst>
              <a:ext uri="{FF2B5EF4-FFF2-40B4-BE49-F238E27FC236}">
                <a16:creationId xmlns:a16="http://schemas.microsoft.com/office/drawing/2014/main" id="{D1311DBF-14D1-4724-BF2F-46D4DA56542D}"/>
              </a:ext>
            </a:extLst>
          </p:cNvPr>
          <p:cNvGrpSpPr/>
          <p:nvPr/>
        </p:nvGrpSpPr>
        <p:grpSpPr>
          <a:xfrm>
            <a:off x="6689369" y="3915641"/>
            <a:ext cx="477399" cy="313129"/>
            <a:chOff x="6689369" y="3915641"/>
            <a:chExt cx="477399" cy="31312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28449F27-2C2B-4330-A995-8BC7DD0D961E}"/>
                    </a:ext>
                  </a:extLst>
                </p14:cNvPr>
                <p14:cNvContentPartPr/>
                <p14:nvPr/>
              </p14:nvContentPartPr>
              <p14:xfrm>
                <a:off x="6689369" y="4056229"/>
                <a:ext cx="94352" cy="67287"/>
              </p14:xfrm>
            </p:contentPart>
          </mc:Choice>
          <mc:Fallback xmlns=""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28449F27-2C2B-4330-A995-8BC7DD0D961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80366" y="4047233"/>
                  <a:ext cx="111998" cy="849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806D37CF-24CC-4DB2-A8F0-DB021DF4B8FB}"/>
                    </a:ext>
                  </a:extLst>
                </p14:cNvPr>
                <p14:cNvContentPartPr/>
                <p14:nvPr/>
              </p14:nvContentPartPr>
              <p14:xfrm>
                <a:off x="6765302" y="4037810"/>
                <a:ext cx="49244" cy="116906"/>
              </p14:xfrm>
            </p:contentPart>
          </mc:Choice>
          <mc:Fallback xmlns=""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806D37CF-24CC-4DB2-A8F0-DB021DF4B8F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756316" y="4029150"/>
                  <a:ext cx="66857" cy="1345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27" name="Ink 1126">
                  <a:extLst>
                    <a:ext uri="{FF2B5EF4-FFF2-40B4-BE49-F238E27FC236}">
                      <a16:creationId xmlns:a16="http://schemas.microsoft.com/office/drawing/2014/main" id="{D48970ED-C8F7-4343-B894-2A8F76C68928}"/>
                    </a:ext>
                  </a:extLst>
                </p14:cNvPr>
                <p14:cNvContentPartPr/>
                <p14:nvPr/>
              </p14:nvContentPartPr>
              <p14:xfrm>
                <a:off x="6825071" y="4070138"/>
                <a:ext cx="112020" cy="82323"/>
              </p14:xfrm>
            </p:contentPart>
          </mc:Choice>
          <mc:Fallback xmlns="">
            <p:pic>
              <p:nvPicPr>
                <p:cNvPr id="1127" name="Ink 1126">
                  <a:extLst>
                    <a:ext uri="{FF2B5EF4-FFF2-40B4-BE49-F238E27FC236}">
                      <a16:creationId xmlns:a16="http://schemas.microsoft.com/office/drawing/2014/main" id="{D48970ED-C8F7-4343-B894-2A8F76C689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816066" y="4061472"/>
                  <a:ext cx="129669" cy="1000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28" name="Ink 1127">
                  <a:extLst>
                    <a:ext uri="{FF2B5EF4-FFF2-40B4-BE49-F238E27FC236}">
                      <a16:creationId xmlns:a16="http://schemas.microsoft.com/office/drawing/2014/main" id="{74386D98-244A-41CE-9A19-5EF0EF47F66D}"/>
                    </a:ext>
                  </a:extLst>
                </p14:cNvPr>
                <p14:cNvContentPartPr/>
                <p14:nvPr/>
              </p14:nvContentPartPr>
              <p14:xfrm>
                <a:off x="6877322" y="4072017"/>
                <a:ext cx="21802" cy="80068"/>
              </p14:xfrm>
            </p:contentPart>
          </mc:Choice>
          <mc:Fallback xmlns="">
            <p:pic>
              <p:nvPicPr>
                <p:cNvPr id="1128" name="Ink 1127">
                  <a:extLst>
                    <a:ext uri="{FF2B5EF4-FFF2-40B4-BE49-F238E27FC236}">
                      <a16:creationId xmlns:a16="http://schemas.microsoft.com/office/drawing/2014/main" id="{74386D98-244A-41CE-9A19-5EF0EF47F66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68238" y="4063361"/>
                  <a:ext cx="39607" cy="9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29" name="Ink 1128">
                  <a:extLst>
                    <a:ext uri="{FF2B5EF4-FFF2-40B4-BE49-F238E27FC236}">
                      <a16:creationId xmlns:a16="http://schemas.microsoft.com/office/drawing/2014/main" id="{E586B899-0E36-4AD6-8B27-9DAB040B9B01}"/>
                    </a:ext>
                  </a:extLst>
                </p14:cNvPr>
                <p14:cNvContentPartPr/>
                <p14:nvPr/>
              </p14:nvContentPartPr>
              <p14:xfrm>
                <a:off x="6926565" y="4001347"/>
                <a:ext cx="118786" cy="59017"/>
              </p14:xfrm>
            </p:contentPart>
          </mc:Choice>
          <mc:Fallback xmlns="">
            <p:pic>
              <p:nvPicPr>
                <p:cNvPr id="1129" name="Ink 1128">
                  <a:extLst>
                    <a:ext uri="{FF2B5EF4-FFF2-40B4-BE49-F238E27FC236}">
                      <a16:creationId xmlns:a16="http://schemas.microsoft.com/office/drawing/2014/main" id="{E586B899-0E36-4AD6-8B27-9DAB040B9B0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17926" y="3992351"/>
                  <a:ext cx="136424" cy="766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31" name="Ink 1130">
                  <a:extLst>
                    <a:ext uri="{FF2B5EF4-FFF2-40B4-BE49-F238E27FC236}">
                      <a16:creationId xmlns:a16="http://schemas.microsoft.com/office/drawing/2014/main" id="{14F352DE-166C-4BF3-A7CF-466D0DB09AD7}"/>
                    </a:ext>
                  </a:extLst>
                </p14:cNvPr>
                <p14:cNvContentPartPr/>
                <p14:nvPr/>
              </p14:nvContentPartPr>
              <p14:xfrm>
                <a:off x="6997987" y="3915641"/>
                <a:ext cx="168781" cy="313129"/>
              </p14:xfrm>
            </p:contentPart>
          </mc:Choice>
          <mc:Fallback xmlns="">
            <p:pic>
              <p:nvPicPr>
                <p:cNvPr id="1131" name="Ink 1130">
                  <a:extLst>
                    <a:ext uri="{FF2B5EF4-FFF2-40B4-BE49-F238E27FC236}">
                      <a16:creationId xmlns:a16="http://schemas.microsoft.com/office/drawing/2014/main" id="{14F352DE-166C-4BF3-A7CF-466D0DB09AD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88990" y="3906633"/>
                  <a:ext cx="186415" cy="33078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6" name="Group 1155">
            <a:extLst>
              <a:ext uri="{FF2B5EF4-FFF2-40B4-BE49-F238E27FC236}">
                <a16:creationId xmlns:a16="http://schemas.microsoft.com/office/drawing/2014/main" id="{6B2DBB9B-E098-4414-8A98-FFDFCDE69302}"/>
              </a:ext>
            </a:extLst>
          </p:cNvPr>
          <p:cNvGrpSpPr/>
          <p:nvPr/>
        </p:nvGrpSpPr>
        <p:grpSpPr>
          <a:xfrm>
            <a:off x="5585713" y="4411083"/>
            <a:ext cx="1693075" cy="292455"/>
            <a:chOff x="5585713" y="4411083"/>
            <a:chExt cx="1693075" cy="29245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33" name="Ink 1132">
                  <a:extLst>
                    <a:ext uri="{FF2B5EF4-FFF2-40B4-BE49-F238E27FC236}">
                      <a16:creationId xmlns:a16="http://schemas.microsoft.com/office/drawing/2014/main" id="{EE938C3E-CEC2-49BD-AA53-C3D6DB31902B}"/>
                    </a:ext>
                  </a:extLst>
                </p14:cNvPr>
                <p14:cNvContentPartPr/>
                <p14:nvPr/>
              </p14:nvContentPartPr>
              <p14:xfrm>
                <a:off x="5585713" y="4459199"/>
                <a:ext cx="178179" cy="212762"/>
              </p14:xfrm>
            </p:contentPart>
          </mc:Choice>
          <mc:Fallback xmlns="">
            <p:pic>
              <p:nvPicPr>
                <p:cNvPr id="1133" name="Ink 1132">
                  <a:extLst>
                    <a:ext uri="{FF2B5EF4-FFF2-40B4-BE49-F238E27FC236}">
                      <a16:creationId xmlns:a16="http://schemas.microsoft.com/office/drawing/2014/main" id="{EE938C3E-CEC2-49BD-AA53-C3D6DB31902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76714" y="4450199"/>
                  <a:ext cx="195817" cy="230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34" name="Ink 1133">
                  <a:extLst>
                    <a:ext uri="{FF2B5EF4-FFF2-40B4-BE49-F238E27FC236}">
                      <a16:creationId xmlns:a16="http://schemas.microsoft.com/office/drawing/2014/main" id="{9008B363-A745-424D-8DBF-66DB2139058C}"/>
                    </a:ext>
                  </a:extLst>
                </p14:cNvPr>
                <p14:cNvContentPartPr/>
                <p14:nvPr/>
              </p14:nvContentPartPr>
              <p14:xfrm>
                <a:off x="5760508" y="4576482"/>
                <a:ext cx="99239" cy="77436"/>
              </p14:xfrm>
            </p:contentPart>
          </mc:Choice>
          <mc:Fallback xmlns="">
            <p:pic>
              <p:nvPicPr>
                <p:cNvPr id="1134" name="Ink 1133">
                  <a:extLst>
                    <a:ext uri="{FF2B5EF4-FFF2-40B4-BE49-F238E27FC236}">
                      <a16:creationId xmlns:a16="http://schemas.microsoft.com/office/drawing/2014/main" id="{9008B363-A745-424D-8DBF-66DB2139058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51519" y="4567838"/>
                  <a:ext cx="116858" cy="95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54A5CEE9-30D2-426F-83DE-8851D703366A}"/>
                    </a:ext>
                  </a:extLst>
                </p14:cNvPr>
                <p14:cNvContentPartPr/>
                <p14:nvPr/>
              </p14:nvContentPartPr>
              <p14:xfrm>
                <a:off x="5808248" y="4570467"/>
                <a:ext cx="13533" cy="98487"/>
              </p14:xfrm>
            </p:contentPart>
          </mc:Choice>
          <mc:Fallback xmlns=""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54A5CEE9-30D2-426F-83DE-8851D703366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799470" y="4561448"/>
                  <a:ext cx="31455" cy="1161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36" name="Ink 1135">
                  <a:extLst>
                    <a:ext uri="{FF2B5EF4-FFF2-40B4-BE49-F238E27FC236}">
                      <a16:creationId xmlns:a16="http://schemas.microsoft.com/office/drawing/2014/main" id="{41F374F7-0D83-4A55-8588-F382C7E00486}"/>
                    </a:ext>
                  </a:extLst>
                </p14:cNvPr>
                <p14:cNvContentPartPr/>
                <p14:nvPr/>
              </p14:nvContentPartPr>
              <p14:xfrm>
                <a:off x="5848470" y="4534004"/>
                <a:ext cx="117658" cy="46988"/>
              </p14:xfrm>
            </p:contentPart>
          </mc:Choice>
          <mc:Fallback xmlns="">
            <p:pic>
              <p:nvPicPr>
                <p:cNvPr id="1136" name="Ink 1135">
                  <a:extLst>
                    <a:ext uri="{FF2B5EF4-FFF2-40B4-BE49-F238E27FC236}">
                      <a16:creationId xmlns:a16="http://schemas.microsoft.com/office/drawing/2014/main" id="{41F374F7-0D83-4A55-8588-F382C7E0048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839475" y="4525037"/>
                  <a:ext cx="135289" cy="645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37" name="Ink 1136">
                  <a:extLst>
                    <a:ext uri="{FF2B5EF4-FFF2-40B4-BE49-F238E27FC236}">
                      <a16:creationId xmlns:a16="http://schemas.microsoft.com/office/drawing/2014/main" id="{801AEE2F-9D1F-4B11-B0E3-2791886B0FDC}"/>
                    </a:ext>
                  </a:extLst>
                </p14:cNvPr>
                <p14:cNvContentPartPr/>
                <p14:nvPr/>
              </p14:nvContentPartPr>
              <p14:xfrm>
                <a:off x="6015372" y="4420857"/>
                <a:ext cx="68039" cy="280425"/>
              </p14:xfrm>
            </p:contentPart>
          </mc:Choice>
          <mc:Fallback xmlns="">
            <p:pic>
              <p:nvPicPr>
                <p:cNvPr id="1137" name="Ink 1136">
                  <a:extLst>
                    <a:ext uri="{FF2B5EF4-FFF2-40B4-BE49-F238E27FC236}">
                      <a16:creationId xmlns:a16="http://schemas.microsoft.com/office/drawing/2014/main" id="{801AEE2F-9D1F-4B11-B0E3-2791886B0FD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06732" y="4412217"/>
                  <a:ext cx="85679" cy="2980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38" name="Ink 1137">
                  <a:extLst>
                    <a:ext uri="{FF2B5EF4-FFF2-40B4-BE49-F238E27FC236}">
                      <a16:creationId xmlns:a16="http://schemas.microsoft.com/office/drawing/2014/main" id="{B17C3322-16E7-41DF-875E-13460EF9F9F9}"/>
                    </a:ext>
                  </a:extLst>
                </p14:cNvPr>
                <p14:cNvContentPartPr/>
                <p14:nvPr/>
              </p14:nvContentPartPr>
              <p14:xfrm>
                <a:off x="6118370" y="4550920"/>
                <a:ext cx="97359" cy="106381"/>
              </p14:xfrm>
            </p:contentPart>
          </mc:Choice>
          <mc:Fallback xmlns="">
            <p:pic>
              <p:nvPicPr>
                <p:cNvPr id="1138" name="Ink 1137">
                  <a:extLst>
                    <a:ext uri="{FF2B5EF4-FFF2-40B4-BE49-F238E27FC236}">
                      <a16:creationId xmlns:a16="http://schemas.microsoft.com/office/drawing/2014/main" id="{B17C3322-16E7-41DF-875E-13460EF9F9F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109389" y="4542265"/>
                  <a:ext cx="114963" cy="1240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39" name="Ink 1138">
                  <a:extLst>
                    <a:ext uri="{FF2B5EF4-FFF2-40B4-BE49-F238E27FC236}">
                      <a16:creationId xmlns:a16="http://schemas.microsoft.com/office/drawing/2014/main" id="{EDF3E3FF-5C54-4DD1-84F6-633EC5878611}"/>
                    </a:ext>
                  </a:extLst>
                </p14:cNvPr>
                <p14:cNvContentPartPr/>
                <p14:nvPr/>
              </p14:nvContentPartPr>
              <p14:xfrm>
                <a:off x="6248809" y="4600164"/>
                <a:ext cx="81195" cy="10149"/>
              </p14:xfrm>
            </p:contentPart>
          </mc:Choice>
          <mc:Fallback xmlns="">
            <p:pic>
              <p:nvPicPr>
                <p:cNvPr id="1139" name="Ink 1138">
                  <a:extLst>
                    <a:ext uri="{FF2B5EF4-FFF2-40B4-BE49-F238E27FC236}">
                      <a16:creationId xmlns:a16="http://schemas.microsoft.com/office/drawing/2014/main" id="{EDF3E3FF-5C54-4DD1-84F6-633EC587861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40187" y="4591465"/>
                  <a:ext cx="98799" cy="279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140" name="Ink 1139">
                  <a:extLst>
                    <a:ext uri="{FF2B5EF4-FFF2-40B4-BE49-F238E27FC236}">
                      <a16:creationId xmlns:a16="http://schemas.microsoft.com/office/drawing/2014/main" id="{7C379DB7-9B7F-4B04-BD29-2BB2C41EE50D}"/>
                    </a:ext>
                  </a:extLst>
                </p14:cNvPr>
                <p14:cNvContentPartPr/>
                <p14:nvPr/>
              </p14:nvContentPartPr>
              <p14:xfrm>
                <a:off x="6334891" y="4525734"/>
                <a:ext cx="136453" cy="130439"/>
              </p14:xfrm>
            </p:contentPart>
          </mc:Choice>
          <mc:Fallback xmlns="">
            <p:pic>
              <p:nvPicPr>
                <p:cNvPr id="1140" name="Ink 1139">
                  <a:extLst>
                    <a:ext uri="{FF2B5EF4-FFF2-40B4-BE49-F238E27FC236}">
                      <a16:creationId xmlns:a16="http://schemas.microsoft.com/office/drawing/2014/main" id="{7C379DB7-9B7F-4B04-BD29-2BB2C41EE50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26250" y="4516726"/>
                  <a:ext cx="154095" cy="1480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141" name="Ink 1140">
                  <a:extLst>
                    <a:ext uri="{FF2B5EF4-FFF2-40B4-BE49-F238E27FC236}">
                      <a16:creationId xmlns:a16="http://schemas.microsoft.com/office/drawing/2014/main" id="{F682C935-C439-45E2-AF29-44CE2359DA48}"/>
                    </a:ext>
                  </a:extLst>
                </p14:cNvPr>
                <p14:cNvContentPartPr/>
                <p14:nvPr/>
              </p14:nvContentPartPr>
              <p14:xfrm>
                <a:off x="6493147" y="4582872"/>
                <a:ext cx="81571" cy="59769"/>
              </p14:xfrm>
            </p:contentPart>
          </mc:Choice>
          <mc:Fallback xmlns="">
            <p:pic>
              <p:nvPicPr>
                <p:cNvPr id="1141" name="Ink 1140">
                  <a:extLst>
                    <a:ext uri="{FF2B5EF4-FFF2-40B4-BE49-F238E27FC236}">
                      <a16:creationId xmlns:a16="http://schemas.microsoft.com/office/drawing/2014/main" id="{F682C935-C439-45E2-AF29-44CE2359DA4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484163" y="4574231"/>
                  <a:ext cx="99179" cy="774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142" name="Ink 1141">
                  <a:extLst>
                    <a:ext uri="{FF2B5EF4-FFF2-40B4-BE49-F238E27FC236}">
                      <a16:creationId xmlns:a16="http://schemas.microsoft.com/office/drawing/2014/main" id="{CFCDC8D5-6BF1-4CAB-8F9A-E742F8661382}"/>
                    </a:ext>
                  </a:extLst>
                </p14:cNvPr>
                <p14:cNvContentPartPr/>
                <p14:nvPr/>
              </p14:nvContentPartPr>
              <p14:xfrm>
                <a:off x="6507431" y="4574978"/>
                <a:ext cx="24058" cy="77436"/>
              </p14:xfrm>
            </p:contentPart>
          </mc:Choice>
          <mc:Fallback xmlns="">
            <p:pic>
              <p:nvPicPr>
                <p:cNvPr id="1142" name="Ink 1141">
                  <a:extLst>
                    <a:ext uri="{FF2B5EF4-FFF2-40B4-BE49-F238E27FC236}">
                      <a16:creationId xmlns:a16="http://schemas.microsoft.com/office/drawing/2014/main" id="{CFCDC8D5-6BF1-4CAB-8F9A-E742F866138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498318" y="4565974"/>
                  <a:ext cx="41919" cy="95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143" name="Ink 1142">
                  <a:extLst>
                    <a:ext uri="{FF2B5EF4-FFF2-40B4-BE49-F238E27FC236}">
                      <a16:creationId xmlns:a16="http://schemas.microsoft.com/office/drawing/2014/main" id="{AD668175-E04F-4E20-B73C-C69984070C2B}"/>
                    </a:ext>
                  </a:extLst>
                </p14:cNvPr>
                <p14:cNvContentPartPr/>
                <p14:nvPr/>
              </p14:nvContentPartPr>
              <p14:xfrm>
                <a:off x="6517581" y="4428751"/>
                <a:ext cx="135326" cy="215393"/>
              </p14:xfrm>
            </p:contentPart>
          </mc:Choice>
          <mc:Fallback xmlns="">
            <p:pic>
              <p:nvPicPr>
                <p:cNvPr id="1143" name="Ink 1142">
                  <a:extLst>
                    <a:ext uri="{FF2B5EF4-FFF2-40B4-BE49-F238E27FC236}">
                      <a16:creationId xmlns:a16="http://schemas.microsoft.com/office/drawing/2014/main" id="{AD668175-E04F-4E20-B73C-C69984070C2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508583" y="4420121"/>
                  <a:ext cx="152962" cy="2330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144" name="Ink 1143">
                  <a:extLst>
                    <a:ext uri="{FF2B5EF4-FFF2-40B4-BE49-F238E27FC236}">
                      <a16:creationId xmlns:a16="http://schemas.microsoft.com/office/drawing/2014/main" id="{7DF88B11-427E-4390-B578-7B3282CB550F}"/>
                    </a:ext>
                  </a:extLst>
                </p14:cNvPr>
                <p14:cNvContentPartPr/>
                <p14:nvPr/>
              </p14:nvContentPartPr>
              <p14:xfrm>
                <a:off x="6661176" y="4411083"/>
                <a:ext cx="83451" cy="234565"/>
              </p14:xfrm>
            </p:contentPart>
          </mc:Choice>
          <mc:Fallback xmlns="">
            <p:pic>
              <p:nvPicPr>
                <p:cNvPr id="1144" name="Ink 1143">
                  <a:extLst>
                    <a:ext uri="{FF2B5EF4-FFF2-40B4-BE49-F238E27FC236}">
                      <a16:creationId xmlns:a16="http://schemas.microsoft.com/office/drawing/2014/main" id="{7DF88B11-427E-4390-B578-7B3282CB550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652183" y="4402449"/>
                  <a:ext cx="101076" cy="2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49" name="Ink 1148">
                  <a:extLst>
                    <a:ext uri="{FF2B5EF4-FFF2-40B4-BE49-F238E27FC236}">
                      <a16:creationId xmlns:a16="http://schemas.microsoft.com/office/drawing/2014/main" id="{7C206764-56B9-43EA-A5CF-0BA410D0DDCC}"/>
                    </a:ext>
                  </a:extLst>
                </p14:cNvPr>
                <p14:cNvContentPartPr/>
                <p14:nvPr/>
              </p14:nvContentPartPr>
              <p14:xfrm>
                <a:off x="6752897" y="4517840"/>
                <a:ext cx="102998" cy="113899"/>
              </p14:xfrm>
            </p:contentPart>
          </mc:Choice>
          <mc:Fallback xmlns="">
            <p:pic>
              <p:nvPicPr>
                <p:cNvPr id="1149" name="Ink 1148">
                  <a:extLst>
                    <a:ext uri="{FF2B5EF4-FFF2-40B4-BE49-F238E27FC236}">
                      <a16:creationId xmlns:a16="http://schemas.microsoft.com/office/drawing/2014/main" id="{7C206764-56B9-43EA-A5CF-0BA410D0DDC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743894" y="4508829"/>
                  <a:ext cx="120645" cy="1315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150" name="Ink 1149">
                  <a:extLst>
                    <a:ext uri="{FF2B5EF4-FFF2-40B4-BE49-F238E27FC236}">
                      <a16:creationId xmlns:a16="http://schemas.microsoft.com/office/drawing/2014/main" id="{82E4472C-008A-4F6A-8CAF-AA173CFAE1CE}"/>
                    </a:ext>
                  </a:extLst>
                </p14:cNvPr>
                <p14:cNvContentPartPr/>
                <p14:nvPr/>
              </p14:nvContentPartPr>
              <p14:xfrm>
                <a:off x="6890854" y="4548289"/>
                <a:ext cx="25937" cy="72174"/>
              </p14:xfrm>
            </p:contentPart>
          </mc:Choice>
          <mc:Fallback xmlns="">
            <p:pic>
              <p:nvPicPr>
                <p:cNvPr id="1150" name="Ink 1149">
                  <a:extLst>
                    <a:ext uri="{FF2B5EF4-FFF2-40B4-BE49-F238E27FC236}">
                      <a16:creationId xmlns:a16="http://schemas.microsoft.com/office/drawing/2014/main" id="{82E4472C-008A-4F6A-8CAF-AA173CFAE1C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82208" y="4539671"/>
                  <a:ext cx="43589" cy="897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151" name="Ink 1150">
                  <a:extLst>
                    <a:ext uri="{FF2B5EF4-FFF2-40B4-BE49-F238E27FC236}">
                      <a16:creationId xmlns:a16="http://schemas.microsoft.com/office/drawing/2014/main" id="{CDC05DA1-F939-42AB-9298-BED980757D72}"/>
                    </a:ext>
                  </a:extLst>
                </p14:cNvPr>
                <p14:cNvContentPartPr/>
                <p14:nvPr/>
              </p14:nvContentPartPr>
              <p14:xfrm>
                <a:off x="6863037" y="4568588"/>
                <a:ext cx="54506" cy="10149"/>
              </p14:xfrm>
            </p:contentPart>
          </mc:Choice>
          <mc:Fallback xmlns="">
            <p:pic>
              <p:nvPicPr>
                <p:cNvPr id="1151" name="Ink 1150">
                  <a:extLst>
                    <a:ext uri="{FF2B5EF4-FFF2-40B4-BE49-F238E27FC236}">
                      <a16:creationId xmlns:a16="http://schemas.microsoft.com/office/drawing/2014/main" id="{CDC05DA1-F939-42AB-9298-BED980757D7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54431" y="4559526"/>
                  <a:ext cx="72077" cy="279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152" name="Ink 1151">
                  <a:extLst>
                    <a:ext uri="{FF2B5EF4-FFF2-40B4-BE49-F238E27FC236}">
                      <a16:creationId xmlns:a16="http://schemas.microsoft.com/office/drawing/2014/main" id="{6B8A647C-358A-450E-98F8-41150FB692F1}"/>
                    </a:ext>
                  </a:extLst>
                </p14:cNvPr>
                <p14:cNvContentPartPr/>
                <p14:nvPr/>
              </p14:nvContentPartPr>
              <p14:xfrm>
                <a:off x="6942353" y="4517089"/>
                <a:ext cx="131191" cy="112396"/>
              </p14:xfrm>
            </p:contentPart>
          </mc:Choice>
          <mc:Fallback xmlns="">
            <p:pic>
              <p:nvPicPr>
                <p:cNvPr id="1152" name="Ink 1151">
                  <a:extLst>
                    <a:ext uri="{FF2B5EF4-FFF2-40B4-BE49-F238E27FC236}">
                      <a16:creationId xmlns:a16="http://schemas.microsoft.com/office/drawing/2014/main" id="{6B8A647C-358A-450E-98F8-41150FB692F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933367" y="4508471"/>
                  <a:ext cx="148803" cy="1299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153" name="Ink 1152">
                  <a:extLst>
                    <a:ext uri="{FF2B5EF4-FFF2-40B4-BE49-F238E27FC236}">
                      <a16:creationId xmlns:a16="http://schemas.microsoft.com/office/drawing/2014/main" id="{61420889-B076-41B3-A28F-39233BB71FFC}"/>
                    </a:ext>
                  </a:extLst>
                </p14:cNvPr>
                <p14:cNvContentPartPr/>
                <p14:nvPr/>
              </p14:nvContentPartPr>
              <p14:xfrm>
                <a:off x="7062643" y="4548665"/>
                <a:ext cx="111644" cy="105253"/>
              </p14:xfrm>
            </p:contentPart>
          </mc:Choice>
          <mc:Fallback xmlns="">
            <p:pic>
              <p:nvPicPr>
                <p:cNvPr id="1153" name="Ink 1152">
                  <a:extLst>
                    <a:ext uri="{FF2B5EF4-FFF2-40B4-BE49-F238E27FC236}">
                      <a16:creationId xmlns:a16="http://schemas.microsoft.com/office/drawing/2014/main" id="{61420889-B076-41B3-A28F-39233BB71FF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053639" y="4540014"/>
                  <a:ext cx="129291" cy="1229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155" name="Ink 1154">
                  <a:extLst>
                    <a:ext uri="{FF2B5EF4-FFF2-40B4-BE49-F238E27FC236}">
                      <a16:creationId xmlns:a16="http://schemas.microsoft.com/office/drawing/2014/main" id="{03D5311C-9D29-44D4-8CE3-E5889154F2B7}"/>
                    </a:ext>
                  </a:extLst>
                </p14:cNvPr>
                <p14:cNvContentPartPr/>
                <p14:nvPr/>
              </p14:nvContentPartPr>
              <p14:xfrm>
                <a:off x="7153236" y="4461079"/>
                <a:ext cx="125552" cy="242459"/>
              </p14:xfrm>
            </p:contentPart>
          </mc:Choice>
          <mc:Fallback xmlns="">
            <p:pic>
              <p:nvPicPr>
                <p:cNvPr id="1155" name="Ink 1154">
                  <a:extLst>
                    <a:ext uri="{FF2B5EF4-FFF2-40B4-BE49-F238E27FC236}">
                      <a16:creationId xmlns:a16="http://schemas.microsoft.com/office/drawing/2014/main" id="{03D5311C-9D29-44D4-8CE3-E5889154F2B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144577" y="4452086"/>
                  <a:ext cx="143230" cy="26008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2" name="Group 1181">
            <a:extLst>
              <a:ext uri="{FF2B5EF4-FFF2-40B4-BE49-F238E27FC236}">
                <a16:creationId xmlns:a16="http://schemas.microsoft.com/office/drawing/2014/main" id="{9FC3D16B-19C6-4492-B707-F8F476204D24}"/>
              </a:ext>
            </a:extLst>
          </p:cNvPr>
          <p:cNvGrpSpPr/>
          <p:nvPr/>
        </p:nvGrpSpPr>
        <p:grpSpPr>
          <a:xfrm>
            <a:off x="872213" y="6558318"/>
            <a:ext cx="1477306" cy="646556"/>
            <a:chOff x="872213" y="6558318"/>
            <a:chExt cx="1477306" cy="64655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158" name="Ink 1157">
                  <a:extLst>
                    <a:ext uri="{FF2B5EF4-FFF2-40B4-BE49-F238E27FC236}">
                      <a16:creationId xmlns:a16="http://schemas.microsoft.com/office/drawing/2014/main" id="{A9A65A9A-4876-4678-B258-A1D86273A95B}"/>
                    </a:ext>
                  </a:extLst>
                </p14:cNvPr>
                <p14:cNvContentPartPr/>
                <p14:nvPr/>
              </p14:nvContentPartPr>
              <p14:xfrm>
                <a:off x="872213" y="6705672"/>
                <a:ext cx="132319" cy="126304"/>
              </p14:xfrm>
            </p:contentPart>
          </mc:Choice>
          <mc:Fallback xmlns="">
            <p:pic>
              <p:nvPicPr>
                <p:cNvPr id="1158" name="Ink 1157">
                  <a:extLst>
                    <a:ext uri="{FF2B5EF4-FFF2-40B4-BE49-F238E27FC236}">
                      <a16:creationId xmlns:a16="http://schemas.microsoft.com/office/drawing/2014/main" id="{A9A65A9A-4876-4678-B258-A1D86273A95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63224" y="6696676"/>
                  <a:ext cx="149938" cy="143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159" name="Ink 1158">
                  <a:extLst>
                    <a:ext uri="{FF2B5EF4-FFF2-40B4-BE49-F238E27FC236}">
                      <a16:creationId xmlns:a16="http://schemas.microsoft.com/office/drawing/2014/main" id="{5AA2F1B9-AF96-41C7-8E43-E4A82309E5B6}"/>
                    </a:ext>
                  </a:extLst>
                </p14:cNvPr>
                <p14:cNvContentPartPr/>
                <p14:nvPr/>
              </p14:nvContentPartPr>
              <p14:xfrm>
                <a:off x="1066555" y="6617335"/>
                <a:ext cx="66911" cy="209379"/>
              </p14:xfrm>
            </p:contentPart>
          </mc:Choice>
          <mc:Fallback xmlns="">
            <p:pic>
              <p:nvPicPr>
                <p:cNvPr id="1159" name="Ink 1158">
                  <a:extLst>
                    <a:ext uri="{FF2B5EF4-FFF2-40B4-BE49-F238E27FC236}">
                      <a16:creationId xmlns:a16="http://schemas.microsoft.com/office/drawing/2014/main" id="{5AA2F1B9-AF96-41C7-8E43-E4A82309E5B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57513" y="6608326"/>
                  <a:ext cx="84633" cy="2270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160" name="Ink 1159">
                  <a:extLst>
                    <a:ext uri="{FF2B5EF4-FFF2-40B4-BE49-F238E27FC236}">
                      <a16:creationId xmlns:a16="http://schemas.microsoft.com/office/drawing/2014/main" id="{EC87CFCF-7167-44BC-A9CE-3D507547F23D}"/>
                    </a:ext>
                  </a:extLst>
                </p14:cNvPr>
                <p14:cNvContentPartPr/>
                <p14:nvPr/>
              </p14:nvContentPartPr>
              <p14:xfrm>
                <a:off x="1173688" y="6715822"/>
                <a:ext cx="99239" cy="100367"/>
              </p14:xfrm>
            </p:contentPart>
          </mc:Choice>
          <mc:Fallback xmlns="">
            <p:pic>
              <p:nvPicPr>
                <p:cNvPr id="1160" name="Ink 1159">
                  <a:extLst>
                    <a:ext uri="{FF2B5EF4-FFF2-40B4-BE49-F238E27FC236}">
                      <a16:creationId xmlns:a16="http://schemas.microsoft.com/office/drawing/2014/main" id="{EC87CFCF-7167-44BC-A9CE-3D507547F23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65059" y="6707188"/>
                  <a:ext cx="116858" cy="1179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161" name="Ink 1160">
                  <a:extLst>
                    <a:ext uri="{FF2B5EF4-FFF2-40B4-BE49-F238E27FC236}">
                      <a16:creationId xmlns:a16="http://schemas.microsoft.com/office/drawing/2014/main" id="{3BBFC67C-AFCD-4157-B29D-69ADCB0F82ED}"/>
                    </a:ext>
                  </a:extLst>
                </p14:cNvPr>
                <p14:cNvContentPartPr/>
                <p14:nvPr/>
              </p14:nvContentPartPr>
              <p14:xfrm>
                <a:off x="1225187" y="6721460"/>
                <a:ext cx="16540" cy="102622"/>
              </p14:xfrm>
            </p:contentPart>
          </mc:Choice>
          <mc:Fallback xmlns="">
            <p:pic>
              <p:nvPicPr>
                <p:cNvPr id="1161" name="Ink 1160">
                  <a:extLst>
                    <a:ext uri="{FF2B5EF4-FFF2-40B4-BE49-F238E27FC236}">
                      <a16:creationId xmlns:a16="http://schemas.microsoft.com/office/drawing/2014/main" id="{3BBFC67C-AFCD-4157-B29D-69ADCB0F82E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216198" y="6712458"/>
                  <a:ext cx="34159" cy="1202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162" name="Ink 1161">
                  <a:extLst>
                    <a:ext uri="{FF2B5EF4-FFF2-40B4-BE49-F238E27FC236}">
                      <a16:creationId xmlns:a16="http://schemas.microsoft.com/office/drawing/2014/main" id="{0840C077-6A5F-4ED8-94D6-A48B1396B74B}"/>
                    </a:ext>
                  </a:extLst>
                </p14:cNvPr>
                <p14:cNvContentPartPr/>
                <p14:nvPr/>
              </p14:nvContentPartPr>
              <p14:xfrm>
                <a:off x="1291346" y="6672969"/>
                <a:ext cx="89841" cy="49995"/>
              </p14:xfrm>
            </p:contentPart>
          </mc:Choice>
          <mc:Fallback xmlns="">
            <p:pic>
              <p:nvPicPr>
                <p:cNvPr id="1162" name="Ink 1161">
                  <a:extLst>
                    <a:ext uri="{FF2B5EF4-FFF2-40B4-BE49-F238E27FC236}">
                      <a16:creationId xmlns:a16="http://schemas.microsoft.com/office/drawing/2014/main" id="{0840C077-6A5F-4ED8-94D6-A48B1396B74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282326" y="6663912"/>
                  <a:ext cx="107521" cy="677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163" name="Ink 1162">
                  <a:extLst>
                    <a:ext uri="{FF2B5EF4-FFF2-40B4-BE49-F238E27FC236}">
                      <a16:creationId xmlns:a16="http://schemas.microsoft.com/office/drawing/2014/main" id="{DA45277B-5EC9-4287-B24F-3835AB4FA43F}"/>
                    </a:ext>
                  </a:extLst>
                </p14:cNvPr>
                <p14:cNvContentPartPr/>
                <p14:nvPr/>
              </p14:nvContentPartPr>
              <p14:xfrm>
                <a:off x="1375173" y="6780477"/>
                <a:ext cx="86834" cy="10901"/>
              </p14:xfrm>
            </p:contentPart>
          </mc:Choice>
          <mc:Fallback xmlns="">
            <p:pic>
              <p:nvPicPr>
                <p:cNvPr id="1163" name="Ink 1162">
                  <a:extLst>
                    <a:ext uri="{FF2B5EF4-FFF2-40B4-BE49-F238E27FC236}">
                      <a16:creationId xmlns:a16="http://schemas.microsoft.com/office/drawing/2014/main" id="{DA45277B-5EC9-4287-B24F-3835AB4FA43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366526" y="6771756"/>
                  <a:ext cx="104489" cy="287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164" name="Ink 1163">
                  <a:extLst>
                    <a:ext uri="{FF2B5EF4-FFF2-40B4-BE49-F238E27FC236}">
                      <a16:creationId xmlns:a16="http://schemas.microsoft.com/office/drawing/2014/main" id="{2F614237-930F-4D3A-934D-7B7CBF6F1ACF}"/>
                    </a:ext>
                  </a:extLst>
                </p14:cNvPr>
                <p14:cNvContentPartPr/>
                <p14:nvPr/>
              </p14:nvContentPartPr>
              <p14:xfrm>
                <a:off x="1504485" y="6688381"/>
                <a:ext cx="120665" cy="121041"/>
              </p14:xfrm>
            </p:contentPart>
          </mc:Choice>
          <mc:Fallback xmlns="">
            <p:pic>
              <p:nvPicPr>
                <p:cNvPr id="1164" name="Ink 1163">
                  <a:extLst>
                    <a:ext uri="{FF2B5EF4-FFF2-40B4-BE49-F238E27FC236}">
                      <a16:creationId xmlns:a16="http://schemas.microsoft.com/office/drawing/2014/main" id="{2F614237-930F-4D3A-934D-7B7CBF6F1AC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495840" y="6679735"/>
                  <a:ext cx="138315" cy="138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165" name="Ink 1164">
                  <a:extLst>
                    <a:ext uri="{FF2B5EF4-FFF2-40B4-BE49-F238E27FC236}">
                      <a16:creationId xmlns:a16="http://schemas.microsoft.com/office/drawing/2014/main" id="{D3504374-186F-4B9D-BD63-78C8216AD214}"/>
                    </a:ext>
                  </a:extLst>
                </p14:cNvPr>
                <p14:cNvContentPartPr/>
                <p14:nvPr/>
              </p14:nvContentPartPr>
              <p14:xfrm>
                <a:off x="1578162" y="6651542"/>
                <a:ext cx="137205" cy="145851"/>
              </p14:xfrm>
            </p:contentPart>
          </mc:Choice>
          <mc:Fallback xmlns="">
            <p:pic>
              <p:nvPicPr>
                <p:cNvPr id="1165" name="Ink 1164">
                  <a:extLst>
                    <a:ext uri="{FF2B5EF4-FFF2-40B4-BE49-F238E27FC236}">
                      <a16:creationId xmlns:a16="http://schemas.microsoft.com/office/drawing/2014/main" id="{D3504374-186F-4B9D-BD63-78C8216AD21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569183" y="6642899"/>
                  <a:ext cx="154805" cy="1634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166" name="Ink 1165">
                  <a:extLst>
                    <a:ext uri="{FF2B5EF4-FFF2-40B4-BE49-F238E27FC236}">
                      <a16:creationId xmlns:a16="http://schemas.microsoft.com/office/drawing/2014/main" id="{CF22F2E0-E8B4-4CFD-B665-58013C990CA0}"/>
                    </a:ext>
                  </a:extLst>
                </p14:cNvPr>
                <p14:cNvContentPartPr/>
                <p14:nvPr/>
              </p14:nvContentPartPr>
              <p14:xfrm>
                <a:off x="1681160" y="6558318"/>
                <a:ext cx="174796" cy="283056"/>
              </p14:xfrm>
            </p:contentPart>
          </mc:Choice>
          <mc:Fallback xmlns="">
            <p:pic>
              <p:nvPicPr>
                <p:cNvPr id="1166" name="Ink 1165">
                  <a:extLst>
                    <a:ext uri="{FF2B5EF4-FFF2-40B4-BE49-F238E27FC236}">
                      <a16:creationId xmlns:a16="http://schemas.microsoft.com/office/drawing/2014/main" id="{CF22F2E0-E8B4-4CFD-B665-58013C990CA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672168" y="6549675"/>
                  <a:ext cx="192419" cy="300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167" name="Ink 1166">
                  <a:extLst>
                    <a:ext uri="{FF2B5EF4-FFF2-40B4-BE49-F238E27FC236}">
                      <a16:creationId xmlns:a16="http://schemas.microsoft.com/office/drawing/2014/main" id="{00CA4C15-0553-42A4-ABA3-8F788566B94D}"/>
                    </a:ext>
                  </a:extLst>
                </p14:cNvPr>
                <p14:cNvContentPartPr/>
                <p14:nvPr/>
              </p14:nvContentPartPr>
              <p14:xfrm>
                <a:off x="935365" y="7039852"/>
                <a:ext cx="160135" cy="155625"/>
              </p14:xfrm>
            </p:contentPart>
          </mc:Choice>
          <mc:Fallback xmlns="">
            <p:pic>
              <p:nvPicPr>
                <p:cNvPr id="1167" name="Ink 1166">
                  <a:extLst>
                    <a:ext uri="{FF2B5EF4-FFF2-40B4-BE49-F238E27FC236}">
                      <a16:creationId xmlns:a16="http://schemas.microsoft.com/office/drawing/2014/main" id="{00CA4C15-0553-42A4-ABA3-8F788566B94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6369" y="7030846"/>
                  <a:ext cx="177768" cy="1732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168" name="Ink 1167">
                  <a:extLst>
                    <a:ext uri="{FF2B5EF4-FFF2-40B4-BE49-F238E27FC236}">
                      <a16:creationId xmlns:a16="http://schemas.microsoft.com/office/drawing/2014/main" id="{7386DD33-2829-453A-8ED0-2EBAE1638716}"/>
                    </a:ext>
                  </a:extLst>
                </p14:cNvPr>
                <p14:cNvContentPartPr/>
                <p14:nvPr/>
              </p14:nvContentPartPr>
              <p14:xfrm>
                <a:off x="1132715" y="6952642"/>
                <a:ext cx="102998" cy="231933"/>
              </p14:xfrm>
            </p:contentPart>
          </mc:Choice>
          <mc:Fallback xmlns="">
            <p:pic>
              <p:nvPicPr>
                <p:cNvPr id="1168" name="Ink 1167">
                  <a:extLst>
                    <a:ext uri="{FF2B5EF4-FFF2-40B4-BE49-F238E27FC236}">
                      <a16:creationId xmlns:a16="http://schemas.microsoft.com/office/drawing/2014/main" id="{7386DD33-2829-453A-8ED0-2EBAE163871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24072" y="6943638"/>
                  <a:ext cx="120645" cy="249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169" name="Ink 1168">
                  <a:extLst>
                    <a:ext uri="{FF2B5EF4-FFF2-40B4-BE49-F238E27FC236}">
                      <a16:creationId xmlns:a16="http://schemas.microsoft.com/office/drawing/2014/main" id="{393F4471-F97C-4512-A194-BFCFA7D23B56}"/>
                    </a:ext>
                  </a:extLst>
                </p14:cNvPr>
                <p14:cNvContentPartPr/>
                <p14:nvPr/>
              </p14:nvContentPartPr>
              <p14:xfrm>
                <a:off x="1232705" y="7057895"/>
                <a:ext cx="110516" cy="112020"/>
              </p14:xfrm>
            </p:contentPart>
          </mc:Choice>
          <mc:Fallback xmlns="">
            <p:pic>
              <p:nvPicPr>
                <p:cNvPr id="1169" name="Ink 1168">
                  <a:extLst>
                    <a:ext uri="{FF2B5EF4-FFF2-40B4-BE49-F238E27FC236}">
                      <a16:creationId xmlns:a16="http://schemas.microsoft.com/office/drawing/2014/main" id="{393F4471-F97C-4512-A194-BFCFA7D23B5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223705" y="7048890"/>
                  <a:ext cx="128155" cy="1296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170" name="Ink 1169">
                  <a:extLst>
                    <a:ext uri="{FF2B5EF4-FFF2-40B4-BE49-F238E27FC236}">
                      <a16:creationId xmlns:a16="http://schemas.microsoft.com/office/drawing/2014/main" id="{DE3909A1-0C2C-45A3-B02D-DDF87533AE44}"/>
                    </a:ext>
                  </a:extLst>
                </p14:cNvPr>
                <p14:cNvContentPartPr/>
                <p14:nvPr/>
              </p14:nvContentPartPr>
              <p14:xfrm>
                <a:off x="1297737" y="7068796"/>
                <a:ext cx="6766" cy="93600"/>
              </p14:xfrm>
            </p:contentPart>
          </mc:Choice>
          <mc:Fallback xmlns="">
            <p:pic>
              <p:nvPicPr>
                <p:cNvPr id="1170" name="Ink 1169">
                  <a:extLst>
                    <a:ext uri="{FF2B5EF4-FFF2-40B4-BE49-F238E27FC236}">
                      <a16:creationId xmlns:a16="http://schemas.microsoft.com/office/drawing/2014/main" id="{DE3909A1-0C2C-45A3-B02D-DDF87533AE4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288716" y="7059796"/>
                  <a:ext cx="25185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171" name="Ink 1170">
                  <a:extLst>
                    <a:ext uri="{FF2B5EF4-FFF2-40B4-BE49-F238E27FC236}">
                      <a16:creationId xmlns:a16="http://schemas.microsoft.com/office/drawing/2014/main" id="{A1061511-1990-4548-B36B-4D3259926ED3}"/>
                    </a:ext>
                  </a:extLst>
                </p14:cNvPr>
                <p14:cNvContentPartPr/>
                <p14:nvPr/>
              </p14:nvContentPartPr>
              <p14:xfrm>
                <a:off x="1385323" y="7065413"/>
                <a:ext cx="30072" cy="81195"/>
              </p14:xfrm>
            </p:contentPart>
          </mc:Choice>
          <mc:Fallback xmlns="">
            <p:pic>
              <p:nvPicPr>
                <p:cNvPr id="1171" name="Ink 1170">
                  <a:extLst>
                    <a:ext uri="{FF2B5EF4-FFF2-40B4-BE49-F238E27FC236}">
                      <a16:creationId xmlns:a16="http://schemas.microsoft.com/office/drawing/2014/main" id="{A1061511-1990-4548-B36B-4D3259926ED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376373" y="7056752"/>
                  <a:ext cx="47614" cy="988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172" name="Ink 1171">
                  <a:extLst>
                    <a:ext uri="{FF2B5EF4-FFF2-40B4-BE49-F238E27FC236}">
                      <a16:creationId xmlns:a16="http://schemas.microsoft.com/office/drawing/2014/main" id="{AB1860C2-1A30-43CB-AF38-6508D181C82C}"/>
                    </a:ext>
                  </a:extLst>
                </p14:cNvPr>
                <p14:cNvContentPartPr/>
                <p14:nvPr/>
              </p14:nvContentPartPr>
              <p14:xfrm>
                <a:off x="1343973" y="7109394"/>
                <a:ext cx="94728" cy="17668"/>
              </p14:xfrm>
            </p:contentPart>
          </mc:Choice>
          <mc:Fallback xmlns="">
            <p:pic>
              <p:nvPicPr>
                <p:cNvPr id="1172" name="Ink 1171">
                  <a:extLst>
                    <a:ext uri="{FF2B5EF4-FFF2-40B4-BE49-F238E27FC236}">
                      <a16:creationId xmlns:a16="http://schemas.microsoft.com/office/drawing/2014/main" id="{AB1860C2-1A30-43CB-AF38-6508D181C82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334968" y="7100380"/>
                  <a:ext cx="112377" cy="353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173" name="Ink 1172">
                  <a:extLst>
                    <a:ext uri="{FF2B5EF4-FFF2-40B4-BE49-F238E27FC236}">
                      <a16:creationId xmlns:a16="http://schemas.microsoft.com/office/drawing/2014/main" id="{18B1E8EE-B617-4CB6-8C17-15AFB56424CE}"/>
                    </a:ext>
                  </a:extLst>
                </p14:cNvPr>
                <p14:cNvContentPartPr/>
                <p14:nvPr/>
              </p14:nvContentPartPr>
              <p14:xfrm>
                <a:off x="1478923" y="7047746"/>
                <a:ext cx="109012" cy="133446"/>
              </p14:xfrm>
            </p:contentPart>
          </mc:Choice>
          <mc:Fallback xmlns="">
            <p:pic>
              <p:nvPicPr>
                <p:cNvPr id="1173" name="Ink 1172">
                  <a:extLst>
                    <a:ext uri="{FF2B5EF4-FFF2-40B4-BE49-F238E27FC236}">
                      <a16:creationId xmlns:a16="http://schemas.microsoft.com/office/drawing/2014/main" id="{18B1E8EE-B617-4CB6-8C17-15AFB56424C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469929" y="7038729"/>
                  <a:ext cx="126641" cy="1511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174" name="Ink 1173">
                  <a:extLst>
                    <a:ext uri="{FF2B5EF4-FFF2-40B4-BE49-F238E27FC236}">
                      <a16:creationId xmlns:a16="http://schemas.microsoft.com/office/drawing/2014/main" id="{774FF01F-0306-4BDA-83BD-2D98C4F02C5C}"/>
                    </a:ext>
                  </a:extLst>
                </p14:cNvPr>
                <p14:cNvContentPartPr/>
                <p14:nvPr/>
              </p14:nvContentPartPr>
              <p14:xfrm>
                <a:off x="1573275" y="6951890"/>
                <a:ext cx="158632" cy="252984"/>
              </p14:xfrm>
            </p:contentPart>
          </mc:Choice>
          <mc:Fallback xmlns="">
            <p:pic>
              <p:nvPicPr>
                <p:cNvPr id="1174" name="Ink 1173">
                  <a:extLst>
                    <a:ext uri="{FF2B5EF4-FFF2-40B4-BE49-F238E27FC236}">
                      <a16:creationId xmlns:a16="http://schemas.microsoft.com/office/drawing/2014/main" id="{774FF01F-0306-4BDA-83BD-2D98C4F02C5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564642" y="6943253"/>
                  <a:ext cx="176258" cy="2706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175" name="Ink 1174">
                  <a:extLst>
                    <a:ext uri="{FF2B5EF4-FFF2-40B4-BE49-F238E27FC236}">
                      <a16:creationId xmlns:a16="http://schemas.microsoft.com/office/drawing/2014/main" id="{8EB387F6-8047-43E5-8F9F-57F377494667}"/>
                    </a:ext>
                  </a:extLst>
                </p14:cNvPr>
                <p14:cNvContentPartPr/>
                <p14:nvPr/>
              </p14:nvContentPartPr>
              <p14:xfrm>
                <a:off x="1751830" y="6962039"/>
                <a:ext cx="123297" cy="239451"/>
              </p14:xfrm>
            </p:contentPart>
          </mc:Choice>
          <mc:Fallback xmlns="">
            <p:pic>
              <p:nvPicPr>
                <p:cNvPr id="1175" name="Ink 1174">
                  <a:extLst>
                    <a:ext uri="{FF2B5EF4-FFF2-40B4-BE49-F238E27FC236}">
                      <a16:creationId xmlns:a16="http://schemas.microsoft.com/office/drawing/2014/main" id="{8EB387F6-8047-43E5-8F9F-57F37749466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742817" y="6953037"/>
                  <a:ext cx="140962" cy="2570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176" name="Ink 1175">
                  <a:extLst>
                    <a:ext uri="{FF2B5EF4-FFF2-40B4-BE49-F238E27FC236}">
                      <a16:creationId xmlns:a16="http://schemas.microsoft.com/office/drawing/2014/main" id="{0AABE447-5B47-433D-B89A-374083A99816}"/>
                    </a:ext>
                  </a:extLst>
                </p14:cNvPr>
                <p14:cNvContentPartPr/>
                <p14:nvPr/>
              </p14:nvContentPartPr>
              <p14:xfrm>
                <a:off x="1842047" y="7069172"/>
                <a:ext cx="120665" cy="98111"/>
              </p14:xfrm>
            </p:contentPart>
          </mc:Choice>
          <mc:Fallback xmlns="">
            <p:pic>
              <p:nvPicPr>
                <p:cNvPr id="1176" name="Ink 1175">
                  <a:extLst>
                    <a:ext uri="{FF2B5EF4-FFF2-40B4-BE49-F238E27FC236}">
                      <a16:creationId xmlns:a16="http://schemas.microsoft.com/office/drawing/2014/main" id="{0AABE447-5B47-433D-B89A-374083A9981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833042" y="7060547"/>
                  <a:ext cx="138315" cy="1157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177" name="Ink 1176">
                  <a:extLst>
                    <a:ext uri="{FF2B5EF4-FFF2-40B4-BE49-F238E27FC236}">
                      <a16:creationId xmlns:a16="http://schemas.microsoft.com/office/drawing/2014/main" id="{58384878-6B89-4786-9C41-9D777F87DCE9}"/>
                    </a:ext>
                  </a:extLst>
                </p14:cNvPr>
                <p14:cNvContentPartPr/>
                <p14:nvPr/>
              </p14:nvContentPartPr>
              <p14:xfrm>
                <a:off x="1897681" y="7081577"/>
                <a:ext cx="28193" cy="86082"/>
              </p14:xfrm>
            </p:contentPart>
          </mc:Choice>
          <mc:Fallback xmlns="">
            <p:pic>
              <p:nvPicPr>
                <p:cNvPr id="1177" name="Ink 1176">
                  <a:extLst>
                    <a:ext uri="{FF2B5EF4-FFF2-40B4-BE49-F238E27FC236}">
                      <a16:creationId xmlns:a16="http://schemas.microsoft.com/office/drawing/2014/main" id="{58384878-6B89-4786-9C41-9D777F87DCE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888645" y="7072573"/>
                  <a:ext cx="45904" cy="103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178" name="Ink 1177">
                  <a:extLst>
                    <a:ext uri="{FF2B5EF4-FFF2-40B4-BE49-F238E27FC236}">
                      <a16:creationId xmlns:a16="http://schemas.microsoft.com/office/drawing/2014/main" id="{110145EF-6072-493B-9B6A-E577C39094E5}"/>
                    </a:ext>
                  </a:extLst>
                </p14:cNvPr>
                <p14:cNvContentPartPr/>
                <p14:nvPr/>
              </p14:nvContentPartPr>
              <p14:xfrm>
                <a:off x="1952563" y="7110146"/>
                <a:ext cx="91345" cy="3383"/>
              </p14:xfrm>
            </p:contentPart>
          </mc:Choice>
          <mc:Fallback xmlns="">
            <p:pic>
              <p:nvPicPr>
                <p:cNvPr id="1178" name="Ink 1177">
                  <a:extLst>
                    <a:ext uri="{FF2B5EF4-FFF2-40B4-BE49-F238E27FC236}">
                      <a16:creationId xmlns:a16="http://schemas.microsoft.com/office/drawing/2014/main" id="{110145EF-6072-493B-9B6A-E577C39094E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943537" y="7100749"/>
                  <a:ext cx="109036" cy="218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179" name="Ink 1178">
                  <a:extLst>
                    <a:ext uri="{FF2B5EF4-FFF2-40B4-BE49-F238E27FC236}">
                      <a16:creationId xmlns:a16="http://schemas.microsoft.com/office/drawing/2014/main" id="{826AEC7A-577D-482F-9137-E22E07EEF839}"/>
                    </a:ext>
                  </a:extLst>
                </p14:cNvPr>
                <p14:cNvContentPartPr/>
                <p14:nvPr/>
              </p14:nvContentPartPr>
              <p14:xfrm>
                <a:off x="2056689" y="7053008"/>
                <a:ext cx="101494" cy="111644"/>
              </p14:xfrm>
            </p:contentPart>
          </mc:Choice>
          <mc:Fallback xmlns="">
            <p:pic>
              <p:nvPicPr>
                <p:cNvPr id="1179" name="Ink 1178">
                  <a:extLst>
                    <a:ext uri="{FF2B5EF4-FFF2-40B4-BE49-F238E27FC236}">
                      <a16:creationId xmlns:a16="http://schemas.microsoft.com/office/drawing/2014/main" id="{826AEC7A-577D-482F-9137-E22E07EEF83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48051" y="7044004"/>
                  <a:ext cx="119129" cy="1292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180" name="Ink 1179">
                  <a:extLst>
                    <a:ext uri="{FF2B5EF4-FFF2-40B4-BE49-F238E27FC236}">
                      <a16:creationId xmlns:a16="http://schemas.microsoft.com/office/drawing/2014/main" id="{7D74167B-D67E-46C5-8D33-5DEBA72F39C2}"/>
                    </a:ext>
                  </a:extLst>
                </p14:cNvPr>
                <p14:cNvContentPartPr/>
                <p14:nvPr/>
              </p14:nvContentPartPr>
              <p14:xfrm>
                <a:off x="2053306" y="7040979"/>
                <a:ext cx="87210" cy="7142"/>
              </p14:xfrm>
            </p:contentPart>
          </mc:Choice>
          <mc:Fallback xmlns="">
            <p:pic>
              <p:nvPicPr>
                <p:cNvPr id="1180" name="Ink 1179">
                  <a:extLst>
                    <a:ext uri="{FF2B5EF4-FFF2-40B4-BE49-F238E27FC236}">
                      <a16:creationId xmlns:a16="http://schemas.microsoft.com/office/drawing/2014/main" id="{7D74167B-D67E-46C5-8D33-5DEBA72F39C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044297" y="7032051"/>
                  <a:ext cx="104868" cy="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181" name="Ink 1180">
                  <a:extLst>
                    <a:ext uri="{FF2B5EF4-FFF2-40B4-BE49-F238E27FC236}">
                      <a16:creationId xmlns:a16="http://schemas.microsoft.com/office/drawing/2014/main" id="{6EEAD29A-F2E3-4C29-B222-4EFB6C923886}"/>
                    </a:ext>
                  </a:extLst>
                </p14:cNvPr>
                <p14:cNvContentPartPr/>
                <p14:nvPr/>
              </p14:nvContentPartPr>
              <p14:xfrm>
                <a:off x="2116082" y="6930839"/>
                <a:ext cx="233437" cy="262382"/>
              </p14:xfrm>
            </p:contentPart>
          </mc:Choice>
          <mc:Fallback xmlns="">
            <p:pic>
              <p:nvPicPr>
                <p:cNvPr id="1181" name="Ink 1180">
                  <a:extLst>
                    <a:ext uri="{FF2B5EF4-FFF2-40B4-BE49-F238E27FC236}">
                      <a16:creationId xmlns:a16="http://schemas.microsoft.com/office/drawing/2014/main" id="{6EEAD29A-F2E3-4C29-B222-4EFB6C92388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107076" y="6921841"/>
                  <a:ext cx="251089" cy="28001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3" name="Speech Bubble: Rectangle with Corners Rounded 222">
            <a:extLst>
              <a:ext uri="{FF2B5EF4-FFF2-40B4-BE49-F238E27FC236}">
                <a16:creationId xmlns:a16="http://schemas.microsoft.com/office/drawing/2014/main" id="{7D11F7EA-FACD-42B8-B220-61358E057A7E}"/>
              </a:ext>
            </a:extLst>
          </p:cNvPr>
          <p:cNvSpPr/>
          <p:nvPr/>
        </p:nvSpPr>
        <p:spPr>
          <a:xfrm>
            <a:off x="6348652" y="2541597"/>
            <a:ext cx="1293697" cy="838200"/>
          </a:xfrm>
          <a:prstGeom prst="wedgeRoundRectCallout">
            <a:avLst>
              <a:gd name="adj1" fmla="val -35902"/>
              <a:gd name="adj2" fmla="val 112278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i="1" dirty="0">
                <a:solidFill>
                  <a:schemeClr val="tx1"/>
                </a:solidFill>
              </a:rPr>
              <a:t>This is still  a Diff of SQs because both terms inside are perfect squares still</a:t>
            </a:r>
          </a:p>
        </p:txBody>
      </p:sp>
    </p:spTree>
    <p:extLst>
      <p:ext uri="{BB962C8B-B14F-4D97-AF65-F5344CB8AC3E}">
        <p14:creationId xmlns:p14="http://schemas.microsoft.com/office/powerpoint/2010/main" val="2538845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9632</TotalTime>
  <Words>635</Words>
  <Application>Microsoft Office PowerPoint</Application>
  <PresentationFormat>Custom</PresentationFormat>
  <Paragraphs>118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Eras Bold ITC</vt:lpstr>
      <vt:lpstr>EraserDust</vt:lpstr>
      <vt:lpstr>Segoe Print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Timothy Lite II</dc:creator>
  <cp:lastModifiedBy>Timothy Lite II</cp:lastModifiedBy>
  <cp:revision>660</cp:revision>
  <cp:lastPrinted>2020-04-01T14:14:31Z</cp:lastPrinted>
  <dcterms:created xsi:type="dcterms:W3CDTF">2019-09-08T13:47:21Z</dcterms:created>
  <dcterms:modified xsi:type="dcterms:W3CDTF">2020-04-01T17:26:22Z</dcterms:modified>
</cp:coreProperties>
</file>